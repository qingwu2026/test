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9" r:id="rId5"/>
    <p:sldId id="261" r:id="rId6"/>
    <p:sldId id="262" r:id="rId7"/>
    <p:sldId id="263" r:id="rId8"/>
    <p:sldId id="25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6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489CA-716D-5E8A-3306-1B8E9836E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81B4CF-18AB-C1DE-A8F3-BE6EE8481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ADF13-347F-E527-3C02-BFCEC8E22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71EA1-95DF-92A7-A816-1347ABB1F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72FFB-8A9E-716D-D6B7-5843E07C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260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E90A4-BF42-A3AF-06E2-E14D4AF1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9171F-3450-1A0B-065A-3AD0D1EDA7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37959-2D7D-82AC-1C46-ACF215561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A8BBF-AC1F-7741-AEEE-710FADF5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97803-E16A-5FE0-0888-06B531E1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71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FE21-B6BF-3866-7C45-305708CF2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1C3A9-1D64-216B-E0B5-D3BD35EDA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9B2D3-DFA6-7142-9F30-2C3601EC4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A252B-CF39-D3C2-B217-3942B577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DC878-1FCA-1CF0-9F73-944194D7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70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0613D-780D-79CA-8808-18412B8D3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C2B80-B48D-7832-8977-FD6F009FEE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7A0484-3FB3-E895-D339-90873DA42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16851-FEFE-DAAD-B6E8-FA549B912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DC68FB-99AF-7B49-1F15-9B05E2036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AE3D25-BBF8-0E9D-726D-894BB307F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86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15ED9-9693-8A5C-AE09-96B4F1691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E286D-1EBB-BED5-A13F-0395C6977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6B9FC-FC05-5D14-1F94-CE833AA25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C4A49-AF40-084A-A3EC-64ED30B3D4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07FD1B-8239-9D62-3E60-1E3B6F7C2A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5A48FF-2DB4-1351-D639-B930CF6DA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7D2834-C5EF-E1DA-2203-52A54AA6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47F0AD-24D1-7CF3-3E0F-92DDDF44F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010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BA90E-773A-6A76-CF97-181EE1DFE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6810F4-4E41-2C7B-5AA5-6DAEBAB49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41F18-3E36-83A7-98C5-1F1B63B56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F64F1E-5747-8B91-2A03-8885100D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4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54C568-7A32-2F16-BD6F-8EB3F98E2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5E3D0-B4C9-41D0-7C45-5C8811337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6A447-AF9E-6C47-0F26-CB94224AB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491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3BC08-1F6C-121A-DDFC-46C89EE1B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817F4-EFC1-1CEA-B3DE-B2305A821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959AD1-0580-0F44-6A5F-F11B7335C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FA8AD-E0C7-A280-25A7-D5FC0A77E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7B7E04-C441-F098-E79A-7DAD4ACC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EE227-32C7-22A6-30DC-5D0691E8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37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8507-95FB-9B5B-4946-9E0213D2D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F50611-0A10-EC98-1388-A68852B778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E3C2A-7C32-98C5-1B93-301F34842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DEB2D-D4FE-8561-A90B-F29B9F992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A9DCE-3D74-955D-AFB3-F4F140D3F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DF22C-FEB1-4DA8-F85D-5CE3140E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459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86D0-BD15-323B-37C7-2D53DB763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6F287-D580-7528-2223-90C858E6B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BDCE8-546E-DF01-0881-6E57779DB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8BD71-DA77-35D1-3FBC-0ED431293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0A1C2-B63A-EC05-D505-22C904D5B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458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6DCFC-05BF-FD8C-DDA7-5D6960D1A6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93DF0-CF1D-C15D-B210-23980ADC79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B6217-75E5-C0E5-3ED1-03B1AA8A6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D63F1-17F4-F07A-C8B6-AE479AC79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CEAD3-BD2D-30BE-BEF9-11C65BC41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59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CB432-8E10-B95A-BDB7-AF91B8CC6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7E5FB-279E-3D6F-5337-371754696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4026F-160B-DEEB-DB5F-B1FB7CC46B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E481A-7A18-4941-8EDA-A05464BDCD50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C10DF-BC36-AA90-D4AE-74858C3FA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C31A-C8BB-8C37-CFE2-0693639393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D6737-F6FF-47F6-B017-4051FBF1A4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4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40B09-1DCF-CB07-9FDC-FB05D8709C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</a:t>
            </a:r>
            <a:br>
              <a:rPr lang="en-US" dirty="0"/>
            </a:br>
            <a:r>
              <a:rPr lang="en-US" dirty="0"/>
              <a:t>- test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6B9239-3D21-CC0F-A5DC-87B4C7D71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V0.0</a:t>
            </a:r>
          </a:p>
          <a:p>
            <a:r>
              <a:rPr lang="en-US" dirty="0"/>
              <a:t>Qing Wu</a:t>
            </a:r>
          </a:p>
          <a:p>
            <a:r>
              <a:rPr lang="en-US" dirty="0"/>
              <a:t>8/11/2026</a:t>
            </a:r>
          </a:p>
        </p:txBody>
      </p:sp>
    </p:spTree>
    <p:extLst>
      <p:ext uri="{BB962C8B-B14F-4D97-AF65-F5344CB8AC3E}">
        <p14:creationId xmlns:p14="http://schemas.microsoft.com/office/powerpoint/2010/main" val="1737793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4EC3-12FF-C9F3-D915-0F5044216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README.md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61154-8B77-EB93-B92C-078B1EE9E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Generate a node and its net</a:t>
            </a:r>
          </a:p>
          <a:p>
            <a:r>
              <a:rPr lang="en-US" dirty="0"/>
              <a:t>2. An observer, without voting rights</a:t>
            </a:r>
          </a:p>
          <a:p>
            <a:r>
              <a:rPr lang="en-US" dirty="0"/>
              <a:t>3. A participant, with voting rights, agreed by node to join the net</a:t>
            </a:r>
          </a:p>
          <a:p>
            <a:r>
              <a:rPr lang="en-US" dirty="0"/>
              <a:t>4. The observer applies to join the net as a participant</a:t>
            </a:r>
          </a:p>
          <a:p>
            <a:r>
              <a:rPr lang="en-US" dirty="0"/>
              <a:t>5. If both nodes agree, the observer becomes a participant with voting rights</a:t>
            </a:r>
          </a:p>
          <a:p>
            <a:r>
              <a:rPr lang="en-US" dirty="0"/>
              <a:t>-- else, observer without voting rights </a:t>
            </a:r>
          </a:p>
        </p:txBody>
      </p:sp>
    </p:spTree>
    <p:extLst>
      <p:ext uri="{BB962C8B-B14F-4D97-AF65-F5344CB8AC3E}">
        <p14:creationId xmlns:p14="http://schemas.microsoft.com/office/powerpoint/2010/main" val="1423118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BC0E9-8AE4-61DA-CB83-FF9611499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Blockchain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66289-EB47-A683-0335-88C828299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Discussions:</a:t>
            </a:r>
          </a:p>
          <a:p>
            <a:r>
              <a:rPr lang="en-US" dirty="0"/>
              <a:t>-1- If all members of blockchain are identically given rights, including voting and trading, the outliers are non-member </a:t>
            </a:r>
          </a:p>
          <a:p>
            <a:r>
              <a:rPr lang="en-US" dirty="0"/>
              <a:t>-2- Above mechanism is similar to RR-formation in space coin distribution algorithms</a:t>
            </a:r>
          </a:p>
        </p:txBody>
      </p:sp>
    </p:spTree>
    <p:extLst>
      <p:ext uri="{BB962C8B-B14F-4D97-AF65-F5344CB8AC3E}">
        <p14:creationId xmlns:p14="http://schemas.microsoft.com/office/powerpoint/2010/main" val="1617701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B762-A259-9C9F-EC9B-927BE91FE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3099"/>
          </a:xfrm>
        </p:spPr>
        <p:txBody>
          <a:bodyPr/>
          <a:lstStyle/>
          <a:p>
            <a:pPr algn="ctr"/>
            <a:r>
              <a:rPr lang="en-US" dirty="0"/>
              <a:t>C-code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C1A68-17EF-CEB1-6454-3D3FD9A70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931" y="1239140"/>
            <a:ext cx="6152972" cy="4937823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Transaction ID: business department – [series code formation] * unknown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Merchandise Accounting Information – </a:t>
            </a:r>
            <a:r>
              <a:rPr lang="en-US" dirty="0" err="1"/>
              <a:t>json</a:t>
            </a:r>
            <a:r>
              <a:rPr lang="en-US" dirty="0"/>
              <a:t> file: {</a:t>
            </a:r>
            <a:r>
              <a:rPr lang="en-US" dirty="0" err="1"/>
              <a:t>InboundInfo</a:t>
            </a:r>
            <a:r>
              <a:rPr lang="en-US" dirty="0"/>
              <a:t>{};</a:t>
            </a:r>
          </a:p>
          <a:p>
            <a:pPr marL="0" indent="0">
              <a:buNone/>
            </a:pPr>
            <a:r>
              <a:rPr lang="en-US" dirty="0" err="1"/>
              <a:t>OutboundInfo</a:t>
            </a:r>
            <a:r>
              <a:rPr lang="en-US" dirty="0"/>
              <a:t>{}}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Customer Information – </a:t>
            </a:r>
            <a:r>
              <a:rPr lang="en-US" dirty="0" err="1"/>
              <a:t>json</a:t>
            </a:r>
            <a:r>
              <a:rPr lang="en-US" dirty="0"/>
              <a:t> file: {registration{</a:t>
            </a:r>
            <a:r>
              <a:rPr lang="en-US" dirty="0" err="1"/>
              <a:t>purchaseAmount</a:t>
            </a:r>
            <a:r>
              <a:rPr lang="en-US" dirty="0"/>
              <a:t>{},  items{}, quantities{}, </a:t>
            </a:r>
            <a:r>
              <a:rPr lang="en-US" dirty="0" err="1"/>
              <a:t>unitPrice</a:t>
            </a:r>
            <a:r>
              <a:rPr lang="en-US" dirty="0"/>
              <a:t>{}, </a:t>
            </a:r>
            <a:r>
              <a:rPr lang="en-US" dirty="0" err="1"/>
              <a:t>deductedAmounts</a:t>
            </a:r>
            <a:r>
              <a:rPr lang="en-US" dirty="0"/>
              <a:t>{},</a:t>
            </a:r>
            <a:r>
              <a:rPr lang="en-US" dirty="0" err="1"/>
              <a:t>paymentInfo</a:t>
            </a:r>
            <a:r>
              <a:rPr lang="en-US" dirty="0"/>
              <a:t> {}, </a:t>
            </a:r>
            <a:r>
              <a:rPr lang="en-US" dirty="0" err="1"/>
              <a:t>totalExpenses</a:t>
            </a:r>
            <a:r>
              <a:rPr lang="en-US" dirty="0"/>
              <a:t>, </a:t>
            </a:r>
            <a:r>
              <a:rPr lang="en-US" dirty="0" err="1"/>
              <a:t>accumulatedRewards</a:t>
            </a:r>
            <a:r>
              <a:rPr lang="en-US" dirty="0"/>
              <a:t>}}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err="1"/>
              <a:t>PaymentInfo</a:t>
            </a:r>
            <a:r>
              <a:rPr lang="en-US" dirty="0"/>
              <a:t> – </a:t>
            </a:r>
            <a:r>
              <a:rPr lang="en-US" dirty="0" err="1"/>
              <a:t>json</a:t>
            </a:r>
            <a:r>
              <a:rPr lang="en-US" dirty="0"/>
              <a:t> file: {transaction currency{}, exchanging rates{}, timestamp, </a:t>
            </a:r>
            <a:r>
              <a:rPr lang="en-US" dirty="0" err="1"/>
              <a:t>paymentProtocol</a:t>
            </a:r>
            <a:r>
              <a:rPr lang="en-US" dirty="0"/>
              <a:t>{}}</a:t>
            </a:r>
          </a:p>
          <a:p>
            <a:pPr>
              <a:buFont typeface="Wingdings" panose="05000000000000000000" pitchFamily="2" charset="2"/>
              <a:buChar char="q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36AEED3E-EDCD-5747-88D1-AAD5B48C877A}"/>
              </a:ext>
            </a:extLst>
          </p:cNvPr>
          <p:cNvGrpSpPr/>
          <p:nvPr/>
        </p:nvGrpSpPr>
        <p:grpSpPr>
          <a:xfrm>
            <a:off x="7639940" y="598206"/>
            <a:ext cx="2162086" cy="2119357"/>
            <a:chOff x="7563028" y="1444240"/>
            <a:chExt cx="2162086" cy="2119357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012120D-620F-A952-8DEF-414E47C3F4CD}"/>
                </a:ext>
              </a:extLst>
            </p:cNvPr>
            <p:cNvSpPr/>
            <p:nvPr/>
          </p:nvSpPr>
          <p:spPr>
            <a:xfrm>
              <a:off x="7563028" y="1444240"/>
              <a:ext cx="2162086" cy="2119357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7ACBE2-0CA1-0468-7C83-A26A9E12801B}"/>
                </a:ext>
              </a:extLst>
            </p:cNvPr>
            <p:cNvSpPr txBox="1"/>
            <p:nvPr/>
          </p:nvSpPr>
          <p:spPr>
            <a:xfrm rot="16200000">
              <a:off x="8511421" y="2230356"/>
              <a:ext cx="461665" cy="478564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A2A814C8-D711-EBC2-5DAE-0995BE8DBED6}"/>
                </a:ext>
              </a:extLst>
            </p:cNvPr>
            <p:cNvSpPr/>
            <p:nvPr/>
          </p:nvSpPr>
          <p:spPr>
            <a:xfrm>
              <a:off x="7913406" y="18458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F873460A-4260-CF84-274B-840CE4F4B14C}"/>
                </a:ext>
              </a:extLst>
            </p:cNvPr>
            <p:cNvSpPr/>
            <p:nvPr/>
          </p:nvSpPr>
          <p:spPr>
            <a:xfrm>
              <a:off x="8065806" y="18458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6B161E87-58CC-16E6-CB68-5A9B37BFF2CB}"/>
                </a:ext>
              </a:extLst>
            </p:cNvPr>
            <p:cNvSpPr/>
            <p:nvPr/>
          </p:nvSpPr>
          <p:spPr>
            <a:xfrm>
              <a:off x="8218206" y="18458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3A58B29A-EA19-BF5E-3A04-6F2FD3798CF0}"/>
                </a:ext>
              </a:extLst>
            </p:cNvPr>
            <p:cNvSpPr/>
            <p:nvPr/>
          </p:nvSpPr>
          <p:spPr>
            <a:xfrm>
              <a:off x="8065806" y="19982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BD6EBBC2-2233-11DA-59F4-C7A769C51ED7}"/>
                </a:ext>
              </a:extLst>
            </p:cNvPr>
            <p:cNvSpPr/>
            <p:nvPr/>
          </p:nvSpPr>
          <p:spPr>
            <a:xfrm>
              <a:off x="8218206" y="19982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1567F3F2-284F-7A63-6D6D-D9C9796DD343}"/>
                </a:ext>
              </a:extLst>
            </p:cNvPr>
            <p:cNvSpPr/>
            <p:nvPr/>
          </p:nvSpPr>
          <p:spPr>
            <a:xfrm>
              <a:off x="8370606" y="199829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C01A7394-4977-1D65-2B5B-EB4B54596729}"/>
                </a:ext>
              </a:extLst>
            </p:cNvPr>
            <p:cNvSpPr/>
            <p:nvPr/>
          </p:nvSpPr>
          <p:spPr>
            <a:xfrm>
              <a:off x="7692640" y="21606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47C01C76-8D88-F27E-94B8-B211EFCE4FFD}"/>
                </a:ext>
              </a:extLst>
            </p:cNvPr>
            <p:cNvSpPr/>
            <p:nvPr/>
          </p:nvSpPr>
          <p:spPr>
            <a:xfrm>
              <a:off x="7845040" y="21606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C733C517-663A-E09A-67E6-20F839614526}"/>
                </a:ext>
              </a:extLst>
            </p:cNvPr>
            <p:cNvSpPr/>
            <p:nvPr/>
          </p:nvSpPr>
          <p:spPr>
            <a:xfrm>
              <a:off x="7997440" y="21606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055E9AED-5B9A-2AFB-57BC-859B94DB9175}"/>
                </a:ext>
              </a:extLst>
            </p:cNvPr>
            <p:cNvSpPr/>
            <p:nvPr/>
          </p:nvSpPr>
          <p:spPr>
            <a:xfrm>
              <a:off x="7845040" y="23130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32A8FFDE-83A4-7674-12B6-4B47CF9AA30C}"/>
                </a:ext>
              </a:extLst>
            </p:cNvPr>
            <p:cNvSpPr/>
            <p:nvPr/>
          </p:nvSpPr>
          <p:spPr>
            <a:xfrm>
              <a:off x="7997440" y="23130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7742CACA-CA13-6FAB-EFB5-36B819644B31}"/>
                </a:ext>
              </a:extLst>
            </p:cNvPr>
            <p:cNvSpPr/>
            <p:nvPr/>
          </p:nvSpPr>
          <p:spPr>
            <a:xfrm>
              <a:off x="8149840" y="2313062"/>
              <a:ext cx="136732" cy="162370"/>
            </a:xfrm>
            <a:prstGeom prst="cub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EA48AF20-F1FA-3B10-D53A-2E1EAE48F188}"/>
                </a:ext>
              </a:extLst>
            </p:cNvPr>
            <p:cNvSpPr/>
            <p:nvPr/>
          </p:nvSpPr>
          <p:spPr>
            <a:xfrm>
              <a:off x="7980159" y="25366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729D9D71-ACF1-5686-37B3-1E1DED5A3CFC}"/>
                </a:ext>
              </a:extLst>
            </p:cNvPr>
            <p:cNvSpPr/>
            <p:nvPr/>
          </p:nvSpPr>
          <p:spPr>
            <a:xfrm>
              <a:off x="8132559" y="25366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9F96524C-EEAD-EB24-716C-3F4D3677E15F}"/>
                </a:ext>
              </a:extLst>
            </p:cNvPr>
            <p:cNvSpPr/>
            <p:nvPr/>
          </p:nvSpPr>
          <p:spPr>
            <a:xfrm>
              <a:off x="8284959" y="25366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FE5F027A-2C48-8F01-87C9-43BEEDB7C68A}"/>
                </a:ext>
              </a:extLst>
            </p:cNvPr>
            <p:cNvSpPr/>
            <p:nvPr/>
          </p:nvSpPr>
          <p:spPr>
            <a:xfrm>
              <a:off x="8132559" y="26890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Cube 99">
              <a:extLst>
                <a:ext uri="{FF2B5EF4-FFF2-40B4-BE49-F238E27FC236}">
                  <a16:creationId xmlns:a16="http://schemas.microsoft.com/office/drawing/2014/main" id="{F448E02A-CE9F-2853-B733-EFD0D902D3A4}"/>
                </a:ext>
              </a:extLst>
            </p:cNvPr>
            <p:cNvSpPr/>
            <p:nvPr/>
          </p:nvSpPr>
          <p:spPr>
            <a:xfrm>
              <a:off x="8284959" y="26890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Cube 101">
              <a:extLst>
                <a:ext uri="{FF2B5EF4-FFF2-40B4-BE49-F238E27FC236}">
                  <a16:creationId xmlns:a16="http://schemas.microsoft.com/office/drawing/2014/main" id="{22EB0F5E-C634-DDFE-C6B2-5548A373DA84}"/>
                </a:ext>
              </a:extLst>
            </p:cNvPr>
            <p:cNvSpPr/>
            <p:nvPr/>
          </p:nvSpPr>
          <p:spPr>
            <a:xfrm>
              <a:off x="8437359" y="26890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Cube 103">
              <a:extLst>
                <a:ext uri="{FF2B5EF4-FFF2-40B4-BE49-F238E27FC236}">
                  <a16:creationId xmlns:a16="http://schemas.microsoft.com/office/drawing/2014/main" id="{D2752AE5-69F1-3D05-BD21-80D555A1F907}"/>
                </a:ext>
              </a:extLst>
            </p:cNvPr>
            <p:cNvSpPr/>
            <p:nvPr/>
          </p:nvSpPr>
          <p:spPr>
            <a:xfrm>
              <a:off x="7759393" y="285144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ube 105">
              <a:extLst>
                <a:ext uri="{FF2B5EF4-FFF2-40B4-BE49-F238E27FC236}">
                  <a16:creationId xmlns:a16="http://schemas.microsoft.com/office/drawing/2014/main" id="{6218F327-F302-6FB2-1E9A-4B84F574A69B}"/>
                </a:ext>
              </a:extLst>
            </p:cNvPr>
            <p:cNvSpPr/>
            <p:nvPr/>
          </p:nvSpPr>
          <p:spPr>
            <a:xfrm>
              <a:off x="7911793" y="285144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Cube 107">
              <a:extLst>
                <a:ext uri="{FF2B5EF4-FFF2-40B4-BE49-F238E27FC236}">
                  <a16:creationId xmlns:a16="http://schemas.microsoft.com/office/drawing/2014/main" id="{FA7CB752-FD37-E337-A133-CB1ACEC34B4D}"/>
                </a:ext>
              </a:extLst>
            </p:cNvPr>
            <p:cNvSpPr/>
            <p:nvPr/>
          </p:nvSpPr>
          <p:spPr>
            <a:xfrm>
              <a:off x="8064193" y="2851448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Cube 109">
              <a:extLst>
                <a:ext uri="{FF2B5EF4-FFF2-40B4-BE49-F238E27FC236}">
                  <a16:creationId xmlns:a16="http://schemas.microsoft.com/office/drawing/2014/main" id="{D4EDAB6D-1A88-9B23-9FBD-C9122FE9AE34}"/>
                </a:ext>
              </a:extLst>
            </p:cNvPr>
            <p:cNvSpPr/>
            <p:nvPr/>
          </p:nvSpPr>
          <p:spPr>
            <a:xfrm>
              <a:off x="7911793" y="300384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Cube 111">
              <a:extLst>
                <a:ext uri="{FF2B5EF4-FFF2-40B4-BE49-F238E27FC236}">
                  <a16:creationId xmlns:a16="http://schemas.microsoft.com/office/drawing/2014/main" id="{A9F1C6CB-6FD5-D6E4-34CE-F42BAD93BE37}"/>
                </a:ext>
              </a:extLst>
            </p:cNvPr>
            <p:cNvSpPr/>
            <p:nvPr/>
          </p:nvSpPr>
          <p:spPr>
            <a:xfrm>
              <a:off x="8064193" y="3003848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Cube 113">
              <a:extLst>
                <a:ext uri="{FF2B5EF4-FFF2-40B4-BE49-F238E27FC236}">
                  <a16:creationId xmlns:a16="http://schemas.microsoft.com/office/drawing/2014/main" id="{B2467425-3367-0195-7B68-2E6EB676E737}"/>
                </a:ext>
              </a:extLst>
            </p:cNvPr>
            <p:cNvSpPr/>
            <p:nvPr/>
          </p:nvSpPr>
          <p:spPr>
            <a:xfrm>
              <a:off x="8216593" y="3003848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Cube 115">
              <a:extLst>
                <a:ext uri="{FF2B5EF4-FFF2-40B4-BE49-F238E27FC236}">
                  <a16:creationId xmlns:a16="http://schemas.microsoft.com/office/drawing/2014/main" id="{0C24710E-2077-F79E-46D4-50AE257A8738}"/>
                </a:ext>
              </a:extLst>
            </p:cNvPr>
            <p:cNvSpPr/>
            <p:nvPr/>
          </p:nvSpPr>
          <p:spPr>
            <a:xfrm>
              <a:off x="8438595" y="28770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Cube 117">
              <a:extLst>
                <a:ext uri="{FF2B5EF4-FFF2-40B4-BE49-F238E27FC236}">
                  <a16:creationId xmlns:a16="http://schemas.microsoft.com/office/drawing/2014/main" id="{8CC1857A-844B-2623-E17C-CA35079FF514}"/>
                </a:ext>
              </a:extLst>
            </p:cNvPr>
            <p:cNvSpPr/>
            <p:nvPr/>
          </p:nvSpPr>
          <p:spPr>
            <a:xfrm>
              <a:off x="8590995" y="28770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ube 119">
              <a:extLst>
                <a:ext uri="{FF2B5EF4-FFF2-40B4-BE49-F238E27FC236}">
                  <a16:creationId xmlns:a16="http://schemas.microsoft.com/office/drawing/2014/main" id="{3F81D6C5-A95A-0033-A395-363BEE3615D3}"/>
                </a:ext>
              </a:extLst>
            </p:cNvPr>
            <p:cNvSpPr/>
            <p:nvPr/>
          </p:nvSpPr>
          <p:spPr>
            <a:xfrm>
              <a:off x="8743395" y="28770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9E88BC99-CE13-7FFC-FD99-7F91B65F443E}"/>
                </a:ext>
              </a:extLst>
            </p:cNvPr>
            <p:cNvSpPr/>
            <p:nvPr/>
          </p:nvSpPr>
          <p:spPr>
            <a:xfrm>
              <a:off x="8590995" y="30294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61198496-4364-9EE1-B944-41DE2ECD97A6}"/>
                </a:ext>
              </a:extLst>
            </p:cNvPr>
            <p:cNvSpPr/>
            <p:nvPr/>
          </p:nvSpPr>
          <p:spPr>
            <a:xfrm>
              <a:off x="8743395" y="30294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13DED61A-9DC1-D483-B692-41067561BD6B}"/>
                </a:ext>
              </a:extLst>
            </p:cNvPr>
            <p:cNvSpPr/>
            <p:nvPr/>
          </p:nvSpPr>
          <p:spPr>
            <a:xfrm>
              <a:off x="8895795" y="3029484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B48FD7B0-DFA3-5122-B2CC-38099D2B671D}"/>
                </a:ext>
              </a:extLst>
            </p:cNvPr>
            <p:cNvSpPr/>
            <p:nvPr/>
          </p:nvSpPr>
          <p:spPr>
            <a:xfrm>
              <a:off x="8217829" y="31918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227A0A28-4825-4B11-32FF-C454A73A5EB1}"/>
                </a:ext>
              </a:extLst>
            </p:cNvPr>
            <p:cNvSpPr/>
            <p:nvPr/>
          </p:nvSpPr>
          <p:spPr>
            <a:xfrm>
              <a:off x="8370229" y="31918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EAA759B5-0C93-ADD0-426A-3BF6C08570CD}"/>
                </a:ext>
              </a:extLst>
            </p:cNvPr>
            <p:cNvSpPr/>
            <p:nvPr/>
          </p:nvSpPr>
          <p:spPr>
            <a:xfrm>
              <a:off x="8522629" y="31918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5DADDF74-4ABA-C2D8-DBA2-98D9E82AD969}"/>
                </a:ext>
              </a:extLst>
            </p:cNvPr>
            <p:cNvSpPr/>
            <p:nvPr/>
          </p:nvSpPr>
          <p:spPr>
            <a:xfrm>
              <a:off x="8370229" y="33442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49E5612F-3803-3886-307E-EDDEE27635E5}"/>
                </a:ext>
              </a:extLst>
            </p:cNvPr>
            <p:cNvSpPr/>
            <p:nvPr/>
          </p:nvSpPr>
          <p:spPr>
            <a:xfrm>
              <a:off x="8522629" y="33442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52B47423-53B2-2627-43BF-4F1C02D37170}"/>
                </a:ext>
              </a:extLst>
            </p:cNvPr>
            <p:cNvSpPr/>
            <p:nvPr/>
          </p:nvSpPr>
          <p:spPr>
            <a:xfrm>
              <a:off x="8675029" y="334425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3BBEB153-A1C3-7C46-683D-09C92E883DA9}"/>
                </a:ext>
              </a:extLst>
            </p:cNvPr>
            <p:cNvSpPr/>
            <p:nvPr/>
          </p:nvSpPr>
          <p:spPr>
            <a:xfrm>
              <a:off x="8595930" y="153691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428BBECE-B08B-3383-7E19-551B77950BD0}"/>
                </a:ext>
              </a:extLst>
            </p:cNvPr>
            <p:cNvSpPr/>
            <p:nvPr/>
          </p:nvSpPr>
          <p:spPr>
            <a:xfrm>
              <a:off x="8748330" y="153691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3355C3F2-89BD-80E3-0CA2-84EF390EF06B}"/>
                </a:ext>
              </a:extLst>
            </p:cNvPr>
            <p:cNvSpPr/>
            <p:nvPr/>
          </p:nvSpPr>
          <p:spPr>
            <a:xfrm>
              <a:off x="8900730" y="1536916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B70DFE00-C2A7-74BB-576C-F28B8623615D}"/>
                </a:ext>
              </a:extLst>
            </p:cNvPr>
            <p:cNvSpPr/>
            <p:nvPr/>
          </p:nvSpPr>
          <p:spPr>
            <a:xfrm>
              <a:off x="8748330" y="168931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2AE89EA0-5EAC-9A66-E732-BC085ABD1D5F}"/>
                </a:ext>
              </a:extLst>
            </p:cNvPr>
            <p:cNvSpPr/>
            <p:nvPr/>
          </p:nvSpPr>
          <p:spPr>
            <a:xfrm>
              <a:off x="8900730" y="1689316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Cube 151">
              <a:extLst>
                <a:ext uri="{FF2B5EF4-FFF2-40B4-BE49-F238E27FC236}">
                  <a16:creationId xmlns:a16="http://schemas.microsoft.com/office/drawing/2014/main" id="{65AB867C-44A0-BD5B-6A16-897A68483617}"/>
                </a:ext>
              </a:extLst>
            </p:cNvPr>
            <p:cNvSpPr/>
            <p:nvPr/>
          </p:nvSpPr>
          <p:spPr>
            <a:xfrm>
              <a:off x="9053130" y="1689316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Cube 153">
              <a:extLst>
                <a:ext uri="{FF2B5EF4-FFF2-40B4-BE49-F238E27FC236}">
                  <a16:creationId xmlns:a16="http://schemas.microsoft.com/office/drawing/2014/main" id="{E2343BD3-C0E8-40EE-EED6-14A40A91E39F}"/>
                </a:ext>
              </a:extLst>
            </p:cNvPr>
            <p:cNvSpPr/>
            <p:nvPr/>
          </p:nvSpPr>
          <p:spPr>
            <a:xfrm>
              <a:off x="8375164" y="18516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Cube 155">
              <a:extLst>
                <a:ext uri="{FF2B5EF4-FFF2-40B4-BE49-F238E27FC236}">
                  <a16:creationId xmlns:a16="http://schemas.microsoft.com/office/drawing/2014/main" id="{ACC5DD1A-BB45-3943-73C3-DA12B6216DAE}"/>
                </a:ext>
              </a:extLst>
            </p:cNvPr>
            <p:cNvSpPr/>
            <p:nvPr/>
          </p:nvSpPr>
          <p:spPr>
            <a:xfrm>
              <a:off x="8527564" y="18516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Cube 157">
              <a:extLst>
                <a:ext uri="{FF2B5EF4-FFF2-40B4-BE49-F238E27FC236}">
                  <a16:creationId xmlns:a16="http://schemas.microsoft.com/office/drawing/2014/main" id="{74B45ED6-5E0F-6B0B-1C29-7DF655F01378}"/>
                </a:ext>
              </a:extLst>
            </p:cNvPr>
            <p:cNvSpPr/>
            <p:nvPr/>
          </p:nvSpPr>
          <p:spPr>
            <a:xfrm>
              <a:off x="8679964" y="18516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Cube 159">
              <a:extLst>
                <a:ext uri="{FF2B5EF4-FFF2-40B4-BE49-F238E27FC236}">
                  <a16:creationId xmlns:a16="http://schemas.microsoft.com/office/drawing/2014/main" id="{3CB920BE-E496-F48D-41FA-B6F5BB140B61}"/>
                </a:ext>
              </a:extLst>
            </p:cNvPr>
            <p:cNvSpPr/>
            <p:nvPr/>
          </p:nvSpPr>
          <p:spPr>
            <a:xfrm>
              <a:off x="8527564" y="20040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Cube 161">
              <a:extLst>
                <a:ext uri="{FF2B5EF4-FFF2-40B4-BE49-F238E27FC236}">
                  <a16:creationId xmlns:a16="http://schemas.microsoft.com/office/drawing/2014/main" id="{38566556-7924-40AF-1859-F3FAA83F4BA0}"/>
                </a:ext>
              </a:extLst>
            </p:cNvPr>
            <p:cNvSpPr/>
            <p:nvPr/>
          </p:nvSpPr>
          <p:spPr>
            <a:xfrm>
              <a:off x="8679964" y="20040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Cube 163">
              <a:extLst>
                <a:ext uri="{FF2B5EF4-FFF2-40B4-BE49-F238E27FC236}">
                  <a16:creationId xmlns:a16="http://schemas.microsoft.com/office/drawing/2014/main" id="{60F03787-95C0-942D-D56B-2DFC925BD85A}"/>
                </a:ext>
              </a:extLst>
            </p:cNvPr>
            <p:cNvSpPr/>
            <p:nvPr/>
          </p:nvSpPr>
          <p:spPr>
            <a:xfrm>
              <a:off x="8832364" y="2004086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Cube 165">
              <a:extLst>
                <a:ext uri="{FF2B5EF4-FFF2-40B4-BE49-F238E27FC236}">
                  <a16:creationId xmlns:a16="http://schemas.microsoft.com/office/drawing/2014/main" id="{5948C852-5906-C025-18A6-9D1810CDFCA3}"/>
                </a:ext>
              </a:extLst>
            </p:cNvPr>
            <p:cNvSpPr/>
            <p:nvPr/>
          </p:nvSpPr>
          <p:spPr>
            <a:xfrm>
              <a:off x="7995827" y="1646489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BCA7AD0B-FEBB-89B9-7961-C21DE20F45C4}"/>
                </a:ext>
              </a:extLst>
            </p:cNvPr>
            <p:cNvSpPr/>
            <p:nvPr/>
          </p:nvSpPr>
          <p:spPr>
            <a:xfrm>
              <a:off x="8815083" y="222770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041E8E8A-6F38-5EC3-B13C-201918BA8B56}"/>
                </a:ext>
              </a:extLst>
            </p:cNvPr>
            <p:cNvSpPr/>
            <p:nvPr/>
          </p:nvSpPr>
          <p:spPr>
            <a:xfrm>
              <a:off x="8967483" y="2227702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Cube 171">
              <a:extLst>
                <a:ext uri="{FF2B5EF4-FFF2-40B4-BE49-F238E27FC236}">
                  <a16:creationId xmlns:a16="http://schemas.microsoft.com/office/drawing/2014/main" id="{1CABE792-3455-E4FA-768F-3F413920D988}"/>
                </a:ext>
              </a:extLst>
            </p:cNvPr>
            <p:cNvSpPr/>
            <p:nvPr/>
          </p:nvSpPr>
          <p:spPr>
            <a:xfrm>
              <a:off x="8815083" y="238010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Cube 173">
              <a:extLst>
                <a:ext uri="{FF2B5EF4-FFF2-40B4-BE49-F238E27FC236}">
                  <a16:creationId xmlns:a16="http://schemas.microsoft.com/office/drawing/2014/main" id="{A6A6B9A6-F8AF-A067-45D9-E7C2853DCF82}"/>
                </a:ext>
              </a:extLst>
            </p:cNvPr>
            <p:cNvSpPr/>
            <p:nvPr/>
          </p:nvSpPr>
          <p:spPr>
            <a:xfrm>
              <a:off x="8967483" y="2380102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A3BA832B-0D8F-84A5-584E-417544FF90F3}"/>
                </a:ext>
              </a:extLst>
            </p:cNvPr>
            <p:cNvSpPr/>
            <p:nvPr/>
          </p:nvSpPr>
          <p:spPr>
            <a:xfrm>
              <a:off x="9119883" y="2380102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A1922136-D000-4CC0-9E98-A872A8C69A24}"/>
                </a:ext>
              </a:extLst>
            </p:cNvPr>
            <p:cNvSpPr/>
            <p:nvPr/>
          </p:nvSpPr>
          <p:spPr>
            <a:xfrm>
              <a:off x="8245226" y="2835684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6B461ED1-62E3-9FBE-1DE1-1DD8E93EE502}"/>
                </a:ext>
              </a:extLst>
            </p:cNvPr>
            <p:cNvSpPr/>
            <p:nvPr/>
          </p:nvSpPr>
          <p:spPr>
            <a:xfrm>
              <a:off x="7817982" y="2536678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44837F36-C66B-CF83-D9AE-C551174AB35E}"/>
                </a:ext>
              </a:extLst>
            </p:cNvPr>
            <p:cNvSpPr/>
            <p:nvPr/>
          </p:nvSpPr>
          <p:spPr>
            <a:xfrm>
              <a:off x="8412246" y="3027349"/>
              <a:ext cx="136732" cy="162370"/>
            </a:xfrm>
            <a:prstGeom prst="cub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9D03599F-62DF-C43F-8F54-C011E7818826}"/>
                </a:ext>
              </a:extLst>
            </p:cNvPr>
            <p:cNvSpPr/>
            <p:nvPr/>
          </p:nvSpPr>
          <p:spPr>
            <a:xfrm>
              <a:off x="8594317" y="269487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49812490-F07B-9C34-B439-4F3B981D118A}"/>
                </a:ext>
              </a:extLst>
            </p:cNvPr>
            <p:cNvSpPr/>
            <p:nvPr/>
          </p:nvSpPr>
          <p:spPr>
            <a:xfrm>
              <a:off x="8746717" y="2694872"/>
              <a:ext cx="136732" cy="162370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Cube 187">
              <a:extLst>
                <a:ext uri="{FF2B5EF4-FFF2-40B4-BE49-F238E27FC236}">
                  <a16:creationId xmlns:a16="http://schemas.microsoft.com/office/drawing/2014/main" id="{F73C7E5C-DE22-6865-B2C2-223A8E8069E8}"/>
                </a:ext>
              </a:extLst>
            </p:cNvPr>
            <p:cNvSpPr/>
            <p:nvPr/>
          </p:nvSpPr>
          <p:spPr>
            <a:xfrm>
              <a:off x="8899117" y="2694872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0" name="Cube 189">
              <a:extLst>
                <a:ext uri="{FF2B5EF4-FFF2-40B4-BE49-F238E27FC236}">
                  <a16:creationId xmlns:a16="http://schemas.microsoft.com/office/drawing/2014/main" id="{7BCEBBCB-2E4B-4398-2BC9-712EB3FDBF2D}"/>
                </a:ext>
              </a:extLst>
            </p:cNvPr>
            <p:cNvSpPr/>
            <p:nvPr/>
          </p:nvSpPr>
          <p:spPr>
            <a:xfrm>
              <a:off x="9121119" y="256810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ABE726FB-DCBD-0354-193D-9E1DED05D4C5}"/>
                </a:ext>
              </a:extLst>
            </p:cNvPr>
            <p:cNvSpPr/>
            <p:nvPr/>
          </p:nvSpPr>
          <p:spPr>
            <a:xfrm>
              <a:off x="9273519" y="256810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F9A3EDA4-2B3E-336C-DADC-DA009975BD7D}"/>
                </a:ext>
              </a:extLst>
            </p:cNvPr>
            <p:cNvSpPr/>
            <p:nvPr/>
          </p:nvSpPr>
          <p:spPr>
            <a:xfrm>
              <a:off x="9425919" y="256810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Cube 195">
              <a:extLst>
                <a:ext uri="{FF2B5EF4-FFF2-40B4-BE49-F238E27FC236}">
                  <a16:creationId xmlns:a16="http://schemas.microsoft.com/office/drawing/2014/main" id="{32204785-1C17-BAFC-2F7F-8E21E2CF22A7}"/>
                </a:ext>
              </a:extLst>
            </p:cNvPr>
            <p:cNvSpPr/>
            <p:nvPr/>
          </p:nvSpPr>
          <p:spPr>
            <a:xfrm>
              <a:off x="9273519" y="272050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Cube 197">
              <a:extLst>
                <a:ext uri="{FF2B5EF4-FFF2-40B4-BE49-F238E27FC236}">
                  <a16:creationId xmlns:a16="http://schemas.microsoft.com/office/drawing/2014/main" id="{FB6E1AE9-9CC1-8A01-2D69-505B443FBF3D}"/>
                </a:ext>
              </a:extLst>
            </p:cNvPr>
            <p:cNvSpPr/>
            <p:nvPr/>
          </p:nvSpPr>
          <p:spPr>
            <a:xfrm>
              <a:off x="9425919" y="272050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Cube 199">
              <a:extLst>
                <a:ext uri="{FF2B5EF4-FFF2-40B4-BE49-F238E27FC236}">
                  <a16:creationId xmlns:a16="http://schemas.microsoft.com/office/drawing/2014/main" id="{FE20619B-9037-BE1B-08F7-B26B552FC772}"/>
                </a:ext>
              </a:extLst>
            </p:cNvPr>
            <p:cNvSpPr/>
            <p:nvPr/>
          </p:nvSpPr>
          <p:spPr>
            <a:xfrm>
              <a:off x="9371229" y="2874334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Cube 201">
              <a:extLst>
                <a:ext uri="{FF2B5EF4-FFF2-40B4-BE49-F238E27FC236}">
                  <a16:creationId xmlns:a16="http://schemas.microsoft.com/office/drawing/2014/main" id="{F9DC618E-9DAE-F66E-DC8E-B48748F20CBC}"/>
                </a:ext>
              </a:extLst>
            </p:cNvPr>
            <p:cNvSpPr/>
            <p:nvPr/>
          </p:nvSpPr>
          <p:spPr>
            <a:xfrm>
              <a:off x="8900353" y="28828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Cube 203">
              <a:extLst>
                <a:ext uri="{FF2B5EF4-FFF2-40B4-BE49-F238E27FC236}">
                  <a16:creationId xmlns:a16="http://schemas.microsoft.com/office/drawing/2014/main" id="{67578DAC-266A-D6D5-2DB2-DADDE94E5643}"/>
                </a:ext>
              </a:extLst>
            </p:cNvPr>
            <p:cNvSpPr/>
            <p:nvPr/>
          </p:nvSpPr>
          <p:spPr>
            <a:xfrm>
              <a:off x="9052753" y="28828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Cube 205">
              <a:extLst>
                <a:ext uri="{FF2B5EF4-FFF2-40B4-BE49-F238E27FC236}">
                  <a16:creationId xmlns:a16="http://schemas.microsoft.com/office/drawing/2014/main" id="{B47B707E-0B65-3823-6B89-28D66EE8095B}"/>
                </a:ext>
              </a:extLst>
            </p:cNvPr>
            <p:cNvSpPr/>
            <p:nvPr/>
          </p:nvSpPr>
          <p:spPr>
            <a:xfrm>
              <a:off x="9205153" y="28828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Cube 207">
              <a:extLst>
                <a:ext uri="{FF2B5EF4-FFF2-40B4-BE49-F238E27FC236}">
                  <a16:creationId xmlns:a16="http://schemas.microsoft.com/office/drawing/2014/main" id="{873E7EBB-B622-3BD7-F033-D4AC224147F3}"/>
                </a:ext>
              </a:extLst>
            </p:cNvPr>
            <p:cNvSpPr/>
            <p:nvPr/>
          </p:nvSpPr>
          <p:spPr>
            <a:xfrm>
              <a:off x="9052753" y="30352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Cube 209">
              <a:extLst>
                <a:ext uri="{FF2B5EF4-FFF2-40B4-BE49-F238E27FC236}">
                  <a16:creationId xmlns:a16="http://schemas.microsoft.com/office/drawing/2014/main" id="{32053781-9C01-4F1F-8218-9453AD7FD329}"/>
                </a:ext>
              </a:extLst>
            </p:cNvPr>
            <p:cNvSpPr/>
            <p:nvPr/>
          </p:nvSpPr>
          <p:spPr>
            <a:xfrm>
              <a:off x="9205153" y="30352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Cube 211">
              <a:extLst>
                <a:ext uri="{FF2B5EF4-FFF2-40B4-BE49-F238E27FC236}">
                  <a16:creationId xmlns:a16="http://schemas.microsoft.com/office/drawing/2014/main" id="{7B1F213F-CC2C-146B-E5F5-3DDBC9CE11A4}"/>
                </a:ext>
              </a:extLst>
            </p:cNvPr>
            <p:cNvSpPr/>
            <p:nvPr/>
          </p:nvSpPr>
          <p:spPr>
            <a:xfrm>
              <a:off x="9357553" y="3035278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Cube 213">
              <a:extLst>
                <a:ext uri="{FF2B5EF4-FFF2-40B4-BE49-F238E27FC236}">
                  <a16:creationId xmlns:a16="http://schemas.microsoft.com/office/drawing/2014/main" id="{A2CACAEC-5EE1-9ECD-5C1F-3266A54A6C3B}"/>
                </a:ext>
              </a:extLst>
            </p:cNvPr>
            <p:cNvSpPr/>
            <p:nvPr/>
          </p:nvSpPr>
          <p:spPr>
            <a:xfrm>
              <a:off x="9049140" y="190657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Cube 215">
              <a:extLst>
                <a:ext uri="{FF2B5EF4-FFF2-40B4-BE49-F238E27FC236}">
                  <a16:creationId xmlns:a16="http://schemas.microsoft.com/office/drawing/2014/main" id="{6BB94823-6CF1-5B06-5DBE-7CCD376F1AD6}"/>
                </a:ext>
              </a:extLst>
            </p:cNvPr>
            <p:cNvSpPr/>
            <p:nvPr/>
          </p:nvSpPr>
          <p:spPr>
            <a:xfrm>
              <a:off x="9201540" y="190657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Cube 217">
              <a:extLst>
                <a:ext uri="{FF2B5EF4-FFF2-40B4-BE49-F238E27FC236}">
                  <a16:creationId xmlns:a16="http://schemas.microsoft.com/office/drawing/2014/main" id="{C283961B-D664-FAC9-AAD2-246B5B1AA255}"/>
                </a:ext>
              </a:extLst>
            </p:cNvPr>
            <p:cNvSpPr/>
            <p:nvPr/>
          </p:nvSpPr>
          <p:spPr>
            <a:xfrm>
              <a:off x="9353940" y="190657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Cube 219">
              <a:extLst>
                <a:ext uri="{FF2B5EF4-FFF2-40B4-BE49-F238E27FC236}">
                  <a16:creationId xmlns:a16="http://schemas.microsoft.com/office/drawing/2014/main" id="{12B3C427-2A8D-2DB7-A9FF-2F129180CAF6}"/>
                </a:ext>
              </a:extLst>
            </p:cNvPr>
            <p:cNvSpPr/>
            <p:nvPr/>
          </p:nvSpPr>
          <p:spPr>
            <a:xfrm>
              <a:off x="9201540" y="205897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Cube 221">
              <a:extLst>
                <a:ext uri="{FF2B5EF4-FFF2-40B4-BE49-F238E27FC236}">
                  <a16:creationId xmlns:a16="http://schemas.microsoft.com/office/drawing/2014/main" id="{4A83337C-74E3-5F8B-22E9-F1AE43C6F315}"/>
                </a:ext>
              </a:extLst>
            </p:cNvPr>
            <p:cNvSpPr/>
            <p:nvPr/>
          </p:nvSpPr>
          <p:spPr>
            <a:xfrm>
              <a:off x="9353940" y="205897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Cube 223">
              <a:extLst>
                <a:ext uri="{FF2B5EF4-FFF2-40B4-BE49-F238E27FC236}">
                  <a16:creationId xmlns:a16="http://schemas.microsoft.com/office/drawing/2014/main" id="{811F9005-4B8D-14EA-EA6A-7EA8652A94F4}"/>
                </a:ext>
              </a:extLst>
            </p:cNvPr>
            <p:cNvSpPr/>
            <p:nvPr/>
          </p:nvSpPr>
          <p:spPr>
            <a:xfrm>
              <a:off x="9299250" y="2212796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Cube 225">
              <a:extLst>
                <a:ext uri="{FF2B5EF4-FFF2-40B4-BE49-F238E27FC236}">
                  <a16:creationId xmlns:a16="http://schemas.microsoft.com/office/drawing/2014/main" id="{4850A93B-187F-EF0C-FA0E-125A6EDB2546}"/>
                </a:ext>
              </a:extLst>
            </p:cNvPr>
            <p:cNvSpPr/>
            <p:nvPr/>
          </p:nvSpPr>
          <p:spPr>
            <a:xfrm>
              <a:off x="8980774" y="222134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Cube 227">
              <a:extLst>
                <a:ext uri="{FF2B5EF4-FFF2-40B4-BE49-F238E27FC236}">
                  <a16:creationId xmlns:a16="http://schemas.microsoft.com/office/drawing/2014/main" id="{288CA8DB-588C-0B4E-165C-2FE033CEBC11}"/>
                </a:ext>
              </a:extLst>
            </p:cNvPr>
            <p:cNvSpPr/>
            <p:nvPr/>
          </p:nvSpPr>
          <p:spPr>
            <a:xfrm>
              <a:off x="9133174" y="222134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Cube 229">
              <a:extLst>
                <a:ext uri="{FF2B5EF4-FFF2-40B4-BE49-F238E27FC236}">
                  <a16:creationId xmlns:a16="http://schemas.microsoft.com/office/drawing/2014/main" id="{B2622DD7-5659-6662-E567-FF8DCD3980F2}"/>
                </a:ext>
              </a:extLst>
            </p:cNvPr>
            <p:cNvSpPr/>
            <p:nvPr/>
          </p:nvSpPr>
          <p:spPr>
            <a:xfrm>
              <a:off x="8980774" y="237374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Cube 231">
              <a:extLst>
                <a:ext uri="{FF2B5EF4-FFF2-40B4-BE49-F238E27FC236}">
                  <a16:creationId xmlns:a16="http://schemas.microsoft.com/office/drawing/2014/main" id="{AF90DE81-A167-FA91-9847-15DE45FF2A14}"/>
                </a:ext>
              </a:extLst>
            </p:cNvPr>
            <p:cNvSpPr/>
            <p:nvPr/>
          </p:nvSpPr>
          <p:spPr>
            <a:xfrm>
              <a:off x="9133174" y="237374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Cube 233">
              <a:extLst>
                <a:ext uri="{FF2B5EF4-FFF2-40B4-BE49-F238E27FC236}">
                  <a16:creationId xmlns:a16="http://schemas.microsoft.com/office/drawing/2014/main" id="{7BB55449-4394-3A5B-B3D7-40C1EA001E1A}"/>
                </a:ext>
              </a:extLst>
            </p:cNvPr>
            <p:cNvSpPr/>
            <p:nvPr/>
          </p:nvSpPr>
          <p:spPr>
            <a:xfrm>
              <a:off x="9285574" y="2373740"/>
              <a:ext cx="136732" cy="162370"/>
            </a:xfrm>
            <a:prstGeom prst="cub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46212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D916A-3991-E712-8304-6380A0DBB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1. Generate a node and its net</a:t>
            </a:r>
          </a:p>
        </p:txBody>
      </p:sp>
    </p:spTree>
    <p:extLst>
      <p:ext uri="{BB962C8B-B14F-4D97-AF65-F5344CB8AC3E}">
        <p14:creationId xmlns:p14="http://schemas.microsoft.com/office/powerpoint/2010/main" val="364167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BD8BE-BB41-A98B-D9FA-37E88A07D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9577" y="18302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Virtual coin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FA2D9E-3951-8437-F953-934AC62369FC}"/>
              </a:ext>
            </a:extLst>
          </p:cNvPr>
          <p:cNvSpPr/>
          <p:nvPr/>
        </p:nvSpPr>
        <p:spPr>
          <a:xfrm>
            <a:off x="219638" y="1946182"/>
            <a:ext cx="2286000" cy="6454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Trading coin codes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184568F-842F-0EA8-2AC8-6342A8D84145}"/>
              </a:ext>
            </a:extLst>
          </p:cNvPr>
          <p:cNvSpPr/>
          <p:nvPr/>
        </p:nvSpPr>
        <p:spPr>
          <a:xfrm>
            <a:off x="2770097" y="1963271"/>
            <a:ext cx="430306" cy="658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Magnetic Disk 5">
            <a:extLst>
              <a:ext uri="{FF2B5EF4-FFF2-40B4-BE49-F238E27FC236}">
                <a16:creationId xmlns:a16="http://schemas.microsoft.com/office/drawing/2014/main" id="{86480185-1027-B07C-1DCF-55F59854D081}"/>
              </a:ext>
            </a:extLst>
          </p:cNvPr>
          <p:cNvSpPr/>
          <p:nvPr/>
        </p:nvSpPr>
        <p:spPr>
          <a:xfrm>
            <a:off x="3541062" y="1690688"/>
            <a:ext cx="1936376" cy="254149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E7D1A-95C0-3CF7-D94E-FE4AFC2BD98B}"/>
              </a:ext>
            </a:extLst>
          </p:cNvPr>
          <p:cNvSpPr txBox="1"/>
          <p:nvPr/>
        </p:nvSpPr>
        <p:spPr>
          <a:xfrm>
            <a:off x="3366250" y="445097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Security Search</a:t>
            </a:r>
          </a:p>
          <a:p>
            <a:r>
              <a:rPr lang="en-US" dirty="0"/>
              <a:t>- submission table</a:t>
            </a:r>
          </a:p>
          <a:p>
            <a:r>
              <a:rPr lang="en-US" dirty="0"/>
              <a:t>- search logs</a:t>
            </a:r>
          </a:p>
          <a:p>
            <a:r>
              <a:rPr lang="en-US" dirty="0"/>
              <a:t>- Prevent over search 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87AD879-D12E-A4A3-1128-F66A45308F53}"/>
              </a:ext>
            </a:extLst>
          </p:cNvPr>
          <p:cNvSpPr/>
          <p:nvPr/>
        </p:nvSpPr>
        <p:spPr>
          <a:xfrm>
            <a:off x="5652250" y="1946182"/>
            <a:ext cx="430306" cy="658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B31236-A877-BDDF-10E1-8D542FCE2EB0}"/>
              </a:ext>
            </a:extLst>
          </p:cNvPr>
          <p:cNvSpPr/>
          <p:nvPr/>
        </p:nvSpPr>
        <p:spPr>
          <a:xfrm>
            <a:off x="5652250" y="1690687"/>
            <a:ext cx="6320112" cy="4750454"/>
          </a:xfrm>
          <a:prstGeom prst="parallelogra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/>
              <a:t>Virtual Coin Information</a:t>
            </a:r>
          </a:p>
          <a:p>
            <a:pPr algn="ctr"/>
            <a:endParaRPr lang="en-US" b="1" u="sng" dirty="0"/>
          </a:p>
          <a:p>
            <a:pPr marL="285750" indent="-285750">
              <a:buFontTx/>
              <a:buChar char="-"/>
            </a:pPr>
            <a:r>
              <a:rPr lang="en-US" b="1" dirty="0"/>
              <a:t>Node state </a:t>
            </a:r>
            <a:r>
              <a:rPr lang="en-US" dirty="0"/>
              <a:t>(live, hibernate, busy, suspension, deprecated)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Node network </a:t>
            </a:r>
            <a:r>
              <a:rPr lang="en-US" dirty="0"/>
              <a:t>(correspondences, expansion, updates, operations, etc.)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Piled applications </a:t>
            </a:r>
            <a:r>
              <a:rPr lang="en-US" dirty="0"/>
              <a:t>(required voting up to date, network modifications, etc.)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Voting reports </a:t>
            </a:r>
            <a:r>
              <a:rPr lang="en-US" dirty="0"/>
              <a:t>(listed votes, update current members, update network, etc.)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Rewards updates </a:t>
            </a:r>
            <a:r>
              <a:rPr lang="en-US" dirty="0"/>
              <a:t>(obtaining gains, reviewing costs/loss, etc.)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Node</a:t>
            </a:r>
            <a:r>
              <a:rPr lang="en-US" dirty="0"/>
              <a:t> </a:t>
            </a:r>
            <a:r>
              <a:rPr lang="en-US" b="1" dirty="0"/>
              <a:t>activities</a:t>
            </a:r>
            <a:r>
              <a:rPr lang="en-US" dirty="0"/>
              <a:t> (generations, protocol updates, etc.)</a:t>
            </a:r>
          </a:p>
        </p:txBody>
      </p:sp>
    </p:spTree>
    <p:extLst>
      <p:ext uri="{BB962C8B-B14F-4D97-AF65-F5344CB8AC3E}">
        <p14:creationId xmlns:p14="http://schemas.microsoft.com/office/powerpoint/2010/main" val="4114711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A16F-E5EA-6618-CBE6-D38098B9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DC289F-9353-1BD2-41E4-75D2E66CD9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587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FB9A9-5EEE-BE70-3754-E909B8755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dirty="0"/>
              <a:t>QR-Code</a:t>
            </a:r>
            <a:endParaRPr lang="en-US" dirty="0"/>
          </a:p>
        </p:txBody>
      </p:sp>
      <p:pic>
        <p:nvPicPr>
          <p:cNvPr id="4" name="Content Placeholder 3" descr="QR Code Generator - Apps on Google Play">
            <a:extLst>
              <a:ext uri="{FF2B5EF4-FFF2-40B4-BE49-F238E27FC236}">
                <a16:creationId xmlns:a16="http://schemas.microsoft.com/office/drawing/2014/main" id="{18FF6665-F053-23B9-B742-642D80E800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39870"/>
            <a:ext cx="2671530" cy="267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76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291</Words>
  <Application>Microsoft Office PowerPoint</Application>
  <PresentationFormat>Widescreen</PresentationFormat>
  <Paragraphs>39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 Theme</vt:lpstr>
      <vt:lpstr>Using - test</vt:lpstr>
      <vt:lpstr>README.md</vt:lpstr>
      <vt:lpstr>Blockchain Review</vt:lpstr>
      <vt:lpstr>C-code</vt:lpstr>
      <vt:lpstr>1. Generate a node and its net</vt:lpstr>
      <vt:lpstr>Virtual coin definition</vt:lpstr>
      <vt:lpstr>PowerPoint Presentation</vt:lpstr>
      <vt:lpstr>QR-Code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Qing Wu</dc:creator>
  <cp:lastModifiedBy>Qing Wu</cp:lastModifiedBy>
  <cp:revision>22</cp:revision>
  <dcterms:created xsi:type="dcterms:W3CDTF">2026-08-11T16:58:38Z</dcterms:created>
  <dcterms:modified xsi:type="dcterms:W3CDTF">2026-08-12T02:53:11Z</dcterms:modified>
</cp:coreProperties>
</file>