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66" r:id="rId5"/>
    <p:sldId id="264" r:id="rId6"/>
    <p:sldId id="260" r:id="rId7"/>
    <p:sldId id="257" r:id="rId8"/>
    <p:sldId id="259" r:id="rId9"/>
    <p:sldId id="261" r:id="rId10"/>
    <p:sldId id="262" r:id="rId11"/>
    <p:sldId id="263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89CA-716D-5E8A-3306-1B8E9836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1B4CF-18AB-C1DE-A8F3-BE6EE8481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ADF13-347F-E527-3C02-BFCEC8E2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71EA1-95DF-92A7-A816-1347ABB1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72FFB-8A9E-716D-D6B7-5843E07C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6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90A4-BF42-A3AF-06E2-E14D4AF1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171F-3450-1A0B-065A-3AD0D1EDA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7959-2D7D-82AC-1C46-ACF21556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8BBF-AC1F-7741-AEEE-710FADF5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97803-E16A-5FE0-0888-06B531E1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7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FE21-B6BF-3866-7C45-305708C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1C3A9-1D64-216B-E0B5-D3BD35ED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9B2D3-DFA6-7142-9F30-2C3601EC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A252B-CF39-D3C2-B217-3942B577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C878-1FCA-1CF0-9F73-944194D7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7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613D-780D-79CA-8808-18412B8D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2B80-B48D-7832-8977-FD6F009FE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A0484-3FB3-E895-D339-90873DA42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16851-FEFE-DAAD-B6E8-FA549B91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C68FB-99AF-7B49-1F15-9B05E203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E3D25-BBF8-0E9D-726D-894BB307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8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5ED9-9693-8A5C-AE09-96B4F169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E286D-1EBB-BED5-A13F-0395C6977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6B9FC-FC05-5D14-1F94-CE833AA25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C4A49-AF40-084A-A3EC-64ED30B3D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7FD1B-8239-9D62-3E60-1E3B6F7C2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A48FF-2DB4-1351-D639-B930CF6D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D2834-C5EF-E1DA-2203-52A54AA6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7F0AD-24D1-7CF3-3E0F-92DDDF44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1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A90E-773A-6A76-CF97-181EE1DF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810F4-4E41-2C7B-5AA5-6DAEBAB4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41F18-3E36-83A7-98C5-1F1B63B5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64F1E-5747-8B91-2A03-8885100D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4C568-7A32-2F16-BD6F-8EB3F98E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5E3D0-B4C9-41D0-7C45-5C881133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A447-AF9E-6C47-0F26-CB94224A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9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BC08-1F6C-121A-DDFC-46C89EE1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17F4-EFC1-1CEA-B3DE-B2305A821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59AD1-0580-0F44-6A5F-F11B7335C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FA8AD-E0C7-A280-25A7-D5FC0A77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B7E04-C441-F098-E79A-7DAD4ACC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EE227-32C7-22A6-30DC-5D0691E8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8507-95FB-9B5B-4946-9E0213D2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50611-0A10-EC98-1388-A68852B77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E3C2A-7C32-98C5-1B93-301F34842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DEB2D-D4FE-8561-A90B-F29B9F99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9DCE-3D74-955D-AFB3-F4F140D3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F22C-FEB1-4DA8-F85D-5CE3140E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5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86D0-BD15-323B-37C7-2D53DB76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6F287-D580-7528-2223-90C858E6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BDCE8-546E-DF01-0881-6E57779D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BD71-DA77-35D1-3FBC-0ED43129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0A1C2-B63A-EC05-D505-22C904D5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5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6DCFC-05BF-FD8C-DDA7-5D6960D1A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93DF0-CF1D-C15D-B210-23980ADC7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6217-75E5-C0E5-3ED1-03B1AA8A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D63F1-17F4-F07A-C8B6-AE479AC7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EAD3-BD2D-30BE-BEF9-11C65BC4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CB432-8E10-B95A-BDB7-AF91B8CC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E5FB-279E-3D6F-5337-37175469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026F-160B-DEEB-DB5F-B1FB7CC46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E481A-7A18-4941-8EDA-A05464BDCD5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C10DF-BC36-AA90-D4AE-74858C3FA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C31A-C8BB-8C37-CFE2-069363939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0B09-1DCF-CB07-9FDC-FB05D870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</a:t>
            </a:r>
            <a:br>
              <a:rPr lang="en-US" dirty="0"/>
            </a:br>
            <a:r>
              <a:rPr lang="en-US" dirty="0"/>
              <a:t>-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B9239-3D21-CC0F-A5DC-87B4C7D71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V0.0</a:t>
            </a:r>
          </a:p>
          <a:p>
            <a:r>
              <a:rPr lang="en-US" dirty="0"/>
              <a:t>Qing Wu</a:t>
            </a:r>
          </a:p>
          <a:p>
            <a:r>
              <a:rPr lang="en-US" dirty="0"/>
              <a:t>8/11/2026</a:t>
            </a:r>
          </a:p>
        </p:txBody>
      </p:sp>
    </p:spTree>
    <p:extLst>
      <p:ext uri="{BB962C8B-B14F-4D97-AF65-F5344CB8AC3E}">
        <p14:creationId xmlns:p14="http://schemas.microsoft.com/office/powerpoint/2010/main" val="173779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6670-C825-EE0A-10B0-BA8E926D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8/12/2026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5DA5-926F-4324-D32E-AD59082B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of </a:t>
            </a:r>
            <a:r>
              <a:rPr lang="en-US" dirty="0" err="1"/>
              <a:t>v_coin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31A7-BC1B-8AA4-134E-0F220DAB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7861-202A-17E4-C26D-70C51993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099"/>
          </a:xfrm>
        </p:spPr>
        <p:txBody>
          <a:bodyPr/>
          <a:lstStyle/>
          <a:p>
            <a:pPr algn="ctr"/>
            <a:r>
              <a:rPr lang="en-US" dirty="0"/>
              <a:t>C-code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48BB-0E28-712D-0C05-9C130170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30" y="1239140"/>
            <a:ext cx="7991951" cy="4937823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Transaction ID: business department – [series code formation] * unknown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Merchandise Accounting Information – </a:t>
            </a:r>
            <a:r>
              <a:rPr lang="en-US" dirty="0" err="1"/>
              <a:t>json</a:t>
            </a:r>
            <a:r>
              <a:rPr lang="en-US" dirty="0"/>
              <a:t> file: {</a:t>
            </a:r>
            <a:r>
              <a:rPr lang="en-US" dirty="0" err="1"/>
              <a:t>InboundInfo</a:t>
            </a:r>
            <a:r>
              <a:rPr lang="en-US" dirty="0"/>
              <a:t>{};</a:t>
            </a:r>
          </a:p>
          <a:p>
            <a:pPr marL="0" indent="0">
              <a:buNone/>
            </a:pPr>
            <a:r>
              <a:rPr lang="en-US" dirty="0" err="1"/>
              <a:t>OutboundInfo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Customer Information – </a:t>
            </a:r>
            <a:r>
              <a:rPr lang="en-US" dirty="0" err="1"/>
              <a:t>json</a:t>
            </a:r>
            <a:r>
              <a:rPr lang="en-US" dirty="0"/>
              <a:t> file: {registration{</a:t>
            </a:r>
            <a:r>
              <a:rPr lang="en-US" dirty="0" err="1"/>
              <a:t>purchaseAmount</a:t>
            </a:r>
            <a:r>
              <a:rPr lang="en-US" dirty="0"/>
              <a:t>{},  items{}, quantities{}, </a:t>
            </a:r>
            <a:r>
              <a:rPr lang="en-US" dirty="0" err="1"/>
              <a:t>unitPrice</a:t>
            </a:r>
            <a:r>
              <a:rPr lang="en-US" dirty="0"/>
              <a:t>{}, </a:t>
            </a:r>
            <a:r>
              <a:rPr lang="en-US" dirty="0" err="1"/>
              <a:t>deductedAmounts</a:t>
            </a:r>
            <a:r>
              <a:rPr lang="en-US" dirty="0"/>
              <a:t>{},</a:t>
            </a:r>
            <a:r>
              <a:rPr lang="en-US" dirty="0" err="1"/>
              <a:t>paymentInfo</a:t>
            </a:r>
            <a:r>
              <a:rPr lang="en-US" dirty="0"/>
              <a:t> {}, </a:t>
            </a:r>
            <a:r>
              <a:rPr lang="en-US" dirty="0" err="1"/>
              <a:t>totalExpenses</a:t>
            </a:r>
            <a:r>
              <a:rPr lang="en-US" dirty="0"/>
              <a:t>, </a:t>
            </a:r>
            <a:r>
              <a:rPr lang="en-US" dirty="0" err="1"/>
              <a:t>accumulatedRewards</a:t>
            </a:r>
            <a:r>
              <a:rPr lang="en-US" dirty="0"/>
              <a:t>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PaymentInfo</a:t>
            </a:r>
            <a:r>
              <a:rPr lang="en-US" dirty="0"/>
              <a:t> – </a:t>
            </a:r>
            <a:r>
              <a:rPr lang="en-US" dirty="0" err="1"/>
              <a:t>json</a:t>
            </a:r>
            <a:r>
              <a:rPr lang="en-US" dirty="0"/>
              <a:t> file: {transaction currency{}, exchanging rates{}, timestamp, </a:t>
            </a:r>
            <a:r>
              <a:rPr lang="en-US" dirty="0" err="1"/>
              <a:t>paymentProtocol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1B4641A-8076-FE55-4524-983EED5B977A}"/>
              </a:ext>
            </a:extLst>
          </p:cNvPr>
          <p:cNvGrpSpPr/>
          <p:nvPr/>
        </p:nvGrpSpPr>
        <p:grpSpPr>
          <a:xfrm>
            <a:off x="9778904" y="4281443"/>
            <a:ext cx="2162086" cy="2119357"/>
            <a:chOff x="7563028" y="1444240"/>
            <a:chExt cx="2162086" cy="211935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D2528A-11D8-75E8-4077-4E4326AB03C1}"/>
                </a:ext>
              </a:extLst>
            </p:cNvPr>
            <p:cNvSpPr/>
            <p:nvPr/>
          </p:nvSpPr>
          <p:spPr>
            <a:xfrm>
              <a:off x="7563028" y="1444240"/>
              <a:ext cx="2162086" cy="211935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205BC2-1C7E-BD57-BC51-21D549E58332}"/>
                </a:ext>
              </a:extLst>
            </p:cNvPr>
            <p:cNvSpPr txBox="1"/>
            <p:nvPr/>
          </p:nvSpPr>
          <p:spPr>
            <a:xfrm rot="16200000">
              <a:off x="8511421" y="2230356"/>
              <a:ext cx="461665" cy="47856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4EE65A1A-C58A-B15B-F7E3-FB43DEA4460C}"/>
                </a:ext>
              </a:extLst>
            </p:cNvPr>
            <p:cNvSpPr/>
            <p:nvPr/>
          </p:nvSpPr>
          <p:spPr>
            <a:xfrm>
              <a:off x="79134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4FA182C-0805-FEF3-FE89-C8E332354F3D}"/>
                </a:ext>
              </a:extLst>
            </p:cNvPr>
            <p:cNvSpPr/>
            <p:nvPr/>
          </p:nvSpPr>
          <p:spPr>
            <a:xfrm>
              <a:off x="80658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0B08C32-598A-0185-85BE-4C9CBEDCC24F}"/>
                </a:ext>
              </a:extLst>
            </p:cNvPr>
            <p:cNvSpPr/>
            <p:nvPr/>
          </p:nvSpPr>
          <p:spPr>
            <a:xfrm>
              <a:off x="82182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4EF09D3F-F8E6-DFA8-0A11-0D4018547DB4}"/>
                </a:ext>
              </a:extLst>
            </p:cNvPr>
            <p:cNvSpPr/>
            <p:nvPr/>
          </p:nvSpPr>
          <p:spPr>
            <a:xfrm>
              <a:off x="80658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4E700BE-C731-5D6F-D9EA-63639D531C84}"/>
                </a:ext>
              </a:extLst>
            </p:cNvPr>
            <p:cNvSpPr/>
            <p:nvPr/>
          </p:nvSpPr>
          <p:spPr>
            <a:xfrm>
              <a:off x="82182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008AE805-0C50-9937-CD08-F21A7A7AAF59}"/>
                </a:ext>
              </a:extLst>
            </p:cNvPr>
            <p:cNvSpPr/>
            <p:nvPr/>
          </p:nvSpPr>
          <p:spPr>
            <a:xfrm>
              <a:off x="83706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261E970B-F054-5A85-713D-E600D5CB310C}"/>
                </a:ext>
              </a:extLst>
            </p:cNvPr>
            <p:cNvSpPr/>
            <p:nvPr/>
          </p:nvSpPr>
          <p:spPr>
            <a:xfrm>
              <a:off x="76926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BF677771-1B2F-4A89-5822-FBE2E409A7EE}"/>
                </a:ext>
              </a:extLst>
            </p:cNvPr>
            <p:cNvSpPr/>
            <p:nvPr/>
          </p:nvSpPr>
          <p:spPr>
            <a:xfrm>
              <a:off x="78450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3EE75CF5-29B7-DE2F-8B72-75459CC0D916}"/>
                </a:ext>
              </a:extLst>
            </p:cNvPr>
            <p:cNvSpPr/>
            <p:nvPr/>
          </p:nvSpPr>
          <p:spPr>
            <a:xfrm>
              <a:off x="79974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AFE4A80D-C003-15C6-7AF1-67A23C01DCD0}"/>
                </a:ext>
              </a:extLst>
            </p:cNvPr>
            <p:cNvSpPr/>
            <p:nvPr/>
          </p:nvSpPr>
          <p:spPr>
            <a:xfrm>
              <a:off x="78450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6D4E6D6C-4108-1C0C-F1F6-F23DCE0B84D4}"/>
                </a:ext>
              </a:extLst>
            </p:cNvPr>
            <p:cNvSpPr/>
            <p:nvPr/>
          </p:nvSpPr>
          <p:spPr>
            <a:xfrm>
              <a:off x="79974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9826ABC1-29DF-035B-8E33-99D21F547FD6}"/>
                </a:ext>
              </a:extLst>
            </p:cNvPr>
            <p:cNvSpPr/>
            <p:nvPr/>
          </p:nvSpPr>
          <p:spPr>
            <a:xfrm>
              <a:off x="81498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F427A42C-F778-251D-DB29-71BD8F446B3B}"/>
                </a:ext>
              </a:extLst>
            </p:cNvPr>
            <p:cNvSpPr/>
            <p:nvPr/>
          </p:nvSpPr>
          <p:spPr>
            <a:xfrm>
              <a:off x="79801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04AEBC94-2974-29E1-79D8-4C1B8353E495}"/>
                </a:ext>
              </a:extLst>
            </p:cNvPr>
            <p:cNvSpPr/>
            <p:nvPr/>
          </p:nvSpPr>
          <p:spPr>
            <a:xfrm>
              <a:off x="81325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E213DE30-5843-B158-E462-62BFE8B1D6BD}"/>
                </a:ext>
              </a:extLst>
            </p:cNvPr>
            <p:cNvSpPr/>
            <p:nvPr/>
          </p:nvSpPr>
          <p:spPr>
            <a:xfrm>
              <a:off x="82849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DD33B1F0-D32A-9025-C5B7-C20653A48AD2}"/>
                </a:ext>
              </a:extLst>
            </p:cNvPr>
            <p:cNvSpPr/>
            <p:nvPr/>
          </p:nvSpPr>
          <p:spPr>
            <a:xfrm>
              <a:off x="81325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2324AE88-C2ED-4BA7-37BF-C31BECEA1105}"/>
                </a:ext>
              </a:extLst>
            </p:cNvPr>
            <p:cNvSpPr/>
            <p:nvPr/>
          </p:nvSpPr>
          <p:spPr>
            <a:xfrm>
              <a:off x="82849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7373452-0528-9E4E-9E59-52BA4E1BA8F2}"/>
                </a:ext>
              </a:extLst>
            </p:cNvPr>
            <p:cNvSpPr/>
            <p:nvPr/>
          </p:nvSpPr>
          <p:spPr>
            <a:xfrm>
              <a:off x="84373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B3DB87FB-C407-4356-5880-434F31B91135}"/>
                </a:ext>
              </a:extLst>
            </p:cNvPr>
            <p:cNvSpPr/>
            <p:nvPr/>
          </p:nvSpPr>
          <p:spPr>
            <a:xfrm>
              <a:off x="77593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87E9D4E8-DA47-8ED3-1DC0-20EDBD3FCA1F}"/>
                </a:ext>
              </a:extLst>
            </p:cNvPr>
            <p:cNvSpPr/>
            <p:nvPr/>
          </p:nvSpPr>
          <p:spPr>
            <a:xfrm>
              <a:off x="79117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3B78B764-478F-3E1F-5173-F9EB5B9D07E4}"/>
                </a:ext>
              </a:extLst>
            </p:cNvPr>
            <p:cNvSpPr/>
            <p:nvPr/>
          </p:nvSpPr>
          <p:spPr>
            <a:xfrm>
              <a:off x="8064193" y="28514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1BE1D78E-AA09-E248-423A-C9852CA0E21F}"/>
                </a:ext>
              </a:extLst>
            </p:cNvPr>
            <p:cNvSpPr/>
            <p:nvPr/>
          </p:nvSpPr>
          <p:spPr>
            <a:xfrm>
              <a:off x="7911793" y="30038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2CD7C634-CF4A-42D3-49D0-F882ED7772CA}"/>
                </a:ext>
              </a:extLst>
            </p:cNvPr>
            <p:cNvSpPr/>
            <p:nvPr/>
          </p:nvSpPr>
          <p:spPr>
            <a:xfrm>
              <a:off x="80641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978FDD6B-924F-D2DC-CCC7-2776C20F9D3E}"/>
                </a:ext>
              </a:extLst>
            </p:cNvPr>
            <p:cNvSpPr/>
            <p:nvPr/>
          </p:nvSpPr>
          <p:spPr>
            <a:xfrm>
              <a:off x="82165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2F4ACA11-AC3F-7529-38A4-43BDF427F6B8}"/>
                </a:ext>
              </a:extLst>
            </p:cNvPr>
            <p:cNvSpPr/>
            <p:nvPr/>
          </p:nvSpPr>
          <p:spPr>
            <a:xfrm>
              <a:off x="84385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57C1A5F4-1ADF-51C3-6886-6B7BEE312E11}"/>
                </a:ext>
              </a:extLst>
            </p:cNvPr>
            <p:cNvSpPr/>
            <p:nvPr/>
          </p:nvSpPr>
          <p:spPr>
            <a:xfrm>
              <a:off x="85909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F5ABFB5E-6AA6-CA0D-DDC7-4BE87BFE5EE1}"/>
                </a:ext>
              </a:extLst>
            </p:cNvPr>
            <p:cNvSpPr/>
            <p:nvPr/>
          </p:nvSpPr>
          <p:spPr>
            <a:xfrm>
              <a:off x="87433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68CECA02-14CD-B263-F694-2E4445D7C364}"/>
                </a:ext>
              </a:extLst>
            </p:cNvPr>
            <p:cNvSpPr/>
            <p:nvPr/>
          </p:nvSpPr>
          <p:spPr>
            <a:xfrm>
              <a:off x="85909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0F3D1A4F-79B5-12A6-29D0-D5199A03E2ED}"/>
                </a:ext>
              </a:extLst>
            </p:cNvPr>
            <p:cNvSpPr/>
            <p:nvPr/>
          </p:nvSpPr>
          <p:spPr>
            <a:xfrm>
              <a:off x="87433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B9DAA58C-F1B6-EB0F-129D-323E6CE5C2A6}"/>
                </a:ext>
              </a:extLst>
            </p:cNvPr>
            <p:cNvSpPr/>
            <p:nvPr/>
          </p:nvSpPr>
          <p:spPr>
            <a:xfrm>
              <a:off x="8895795" y="302948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AFBBF18E-BCF5-155D-62C3-8DE4772247C7}"/>
                </a:ext>
              </a:extLst>
            </p:cNvPr>
            <p:cNvSpPr/>
            <p:nvPr/>
          </p:nvSpPr>
          <p:spPr>
            <a:xfrm>
              <a:off x="82178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A9F733B-996D-FDB1-67A2-D252AC1F7E1B}"/>
                </a:ext>
              </a:extLst>
            </p:cNvPr>
            <p:cNvSpPr/>
            <p:nvPr/>
          </p:nvSpPr>
          <p:spPr>
            <a:xfrm>
              <a:off x="83702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CFA23A31-2153-14E9-80C6-7A9DEDC0F593}"/>
                </a:ext>
              </a:extLst>
            </p:cNvPr>
            <p:cNvSpPr/>
            <p:nvPr/>
          </p:nvSpPr>
          <p:spPr>
            <a:xfrm>
              <a:off x="85226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47E81BD2-3BCE-522A-DA42-F3D46D35076F}"/>
                </a:ext>
              </a:extLst>
            </p:cNvPr>
            <p:cNvSpPr/>
            <p:nvPr/>
          </p:nvSpPr>
          <p:spPr>
            <a:xfrm>
              <a:off x="83702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8695B3C2-C263-E598-996A-C52AB6FF2DDF}"/>
                </a:ext>
              </a:extLst>
            </p:cNvPr>
            <p:cNvSpPr/>
            <p:nvPr/>
          </p:nvSpPr>
          <p:spPr>
            <a:xfrm>
              <a:off x="85226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7F09DF6-C14E-8F2C-CC06-CA6FDB6E1E18}"/>
                </a:ext>
              </a:extLst>
            </p:cNvPr>
            <p:cNvSpPr/>
            <p:nvPr/>
          </p:nvSpPr>
          <p:spPr>
            <a:xfrm>
              <a:off x="86750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25E131A6-7FB8-E385-7982-9CF4AADCACCE}"/>
                </a:ext>
              </a:extLst>
            </p:cNvPr>
            <p:cNvSpPr/>
            <p:nvPr/>
          </p:nvSpPr>
          <p:spPr>
            <a:xfrm>
              <a:off x="85959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A3EFA81-07DA-FDC0-29BC-AD4807F4CE1C}"/>
                </a:ext>
              </a:extLst>
            </p:cNvPr>
            <p:cNvSpPr/>
            <p:nvPr/>
          </p:nvSpPr>
          <p:spPr>
            <a:xfrm>
              <a:off x="87483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3096E9E2-5F5A-6C97-73FD-9A2B5D97F01D}"/>
                </a:ext>
              </a:extLst>
            </p:cNvPr>
            <p:cNvSpPr/>
            <p:nvPr/>
          </p:nvSpPr>
          <p:spPr>
            <a:xfrm>
              <a:off x="8900730" y="15369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7CEC6B11-24C0-1906-5181-58783A65C564}"/>
                </a:ext>
              </a:extLst>
            </p:cNvPr>
            <p:cNvSpPr/>
            <p:nvPr/>
          </p:nvSpPr>
          <p:spPr>
            <a:xfrm>
              <a:off x="8748330" y="16893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D91BA17A-AB4D-E233-A2F5-6AD44F09BA13}"/>
                </a:ext>
              </a:extLst>
            </p:cNvPr>
            <p:cNvSpPr/>
            <p:nvPr/>
          </p:nvSpPr>
          <p:spPr>
            <a:xfrm>
              <a:off x="89007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8622FA34-E8A8-7013-D7CD-C68683FD9894}"/>
                </a:ext>
              </a:extLst>
            </p:cNvPr>
            <p:cNvSpPr/>
            <p:nvPr/>
          </p:nvSpPr>
          <p:spPr>
            <a:xfrm>
              <a:off x="90531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A470C0FA-C988-857E-39A2-E0539A1CD6A4}"/>
                </a:ext>
              </a:extLst>
            </p:cNvPr>
            <p:cNvSpPr/>
            <p:nvPr/>
          </p:nvSpPr>
          <p:spPr>
            <a:xfrm>
              <a:off x="83751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8097057-A10A-53F5-3F63-830753C0391E}"/>
                </a:ext>
              </a:extLst>
            </p:cNvPr>
            <p:cNvSpPr/>
            <p:nvPr/>
          </p:nvSpPr>
          <p:spPr>
            <a:xfrm>
              <a:off x="85275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A81CA523-5181-E5FB-86AC-4079E812A34B}"/>
                </a:ext>
              </a:extLst>
            </p:cNvPr>
            <p:cNvSpPr/>
            <p:nvPr/>
          </p:nvSpPr>
          <p:spPr>
            <a:xfrm>
              <a:off x="86799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EAB3EAC0-8DB5-DD2E-E765-662AF06A1BC1}"/>
                </a:ext>
              </a:extLst>
            </p:cNvPr>
            <p:cNvSpPr/>
            <p:nvPr/>
          </p:nvSpPr>
          <p:spPr>
            <a:xfrm>
              <a:off x="85275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85DD8ABE-A33C-8571-AE3A-CF0886940C41}"/>
                </a:ext>
              </a:extLst>
            </p:cNvPr>
            <p:cNvSpPr/>
            <p:nvPr/>
          </p:nvSpPr>
          <p:spPr>
            <a:xfrm>
              <a:off x="86799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E03071E0-2F5A-999D-06F7-7515785E3622}"/>
                </a:ext>
              </a:extLst>
            </p:cNvPr>
            <p:cNvSpPr/>
            <p:nvPr/>
          </p:nvSpPr>
          <p:spPr>
            <a:xfrm>
              <a:off x="88323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12602819-109C-45A6-D5EE-429022B36FA4}"/>
                </a:ext>
              </a:extLst>
            </p:cNvPr>
            <p:cNvSpPr/>
            <p:nvPr/>
          </p:nvSpPr>
          <p:spPr>
            <a:xfrm>
              <a:off x="7995827" y="1646489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9370AC75-3095-DB92-5C54-451652255B8B}"/>
                </a:ext>
              </a:extLst>
            </p:cNvPr>
            <p:cNvSpPr/>
            <p:nvPr/>
          </p:nvSpPr>
          <p:spPr>
            <a:xfrm>
              <a:off x="8815083" y="22277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88A201-0A20-1C09-DE8E-C6D7EDEA57E6}"/>
                </a:ext>
              </a:extLst>
            </p:cNvPr>
            <p:cNvSpPr/>
            <p:nvPr/>
          </p:nvSpPr>
          <p:spPr>
            <a:xfrm>
              <a:off x="8967483" y="22277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AF9257F8-C226-8D3F-BF8F-5EABB1B0248E}"/>
                </a:ext>
              </a:extLst>
            </p:cNvPr>
            <p:cNvSpPr/>
            <p:nvPr/>
          </p:nvSpPr>
          <p:spPr>
            <a:xfrm>
              <a:off x="8815083" y="23801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F36AB8C0-B662-C2FA-6767-69A34C54C0C9}"/>
                </a:ext>
              </a:extLst>
            </p:cNvPr>
            <p:cNvSpPr/>
            <p:nvPr/>
          </p:nvSpPr>
          <p:spPr>
            <a:xfrm>
              <a:off x="89674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1F3E528B-E1BB-BD39-90A4-21EE9202C259}"/>
                </a:ext>
              </a:extLst>
            </p:cNvPr>
            <p:cNvSpPr/>
            <p:nvPr/>
          </p:nvSpPr>
          <p:spPr>
            <a:xfrm>
              <a:off x="91198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7C048913-B838-A771-9DA6-328CCA45249A}"/>
                </a:ext>
              </a:extLst>
            </p:cNvPr>
            <p:cNvSpPr/>
            <p:nvPr/>
          </p:nvSpPr>
          <p:spPr>
            <a:xfrm>
              <a:off x="8245226" y="28356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D2062CDE-580E-CE0C-9CE1-4846CE00D90C}"/>
                </a:ext>
              </a:extLst>
            </p:cNvPr>
            <p:cNvSpPr/>
            <p:nvPr/>
          </p:nvSpPr>
          <p:spPr>
            <a:xfrm>
              <a:off x="7817982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DE959922-94C4-4C2A-A021-FC7966013DB0}"/>
                </a:ext>
              </a:extLst>
            </p:cNvPr>
            <p:cNvSpPr/>
            <p:nvPr/>
          </p:nvSpPr>
          <p:spPr>
            <a:xfrm>
              <a:off x="8412246" y="3027349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29A48FCE-4537-2A85-BF77-41A325A3EA5C}"/>
                </a:ext>
              </a:extLst>
            </p:cNvPr>
            <p:cNvSpPr/>
            <p:nvPr/>
          </p:nvSpPr>
          <p:spPr>
            <a:xfrm>
              <a:off x="85943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296C35F-2C7C-74F7-F2F4-8B1ACA05347F}"/>
                </a:ext>
              </a:extLst>
            </p:cNvPr>
            <p:cNvSpPr/>
            <p:nvPr/>
          </p:nvSpPr>
          <p:spPr>
            <a:xfrm>
              <a:off x="87467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3DBF773B-66CB-0D89-33FB-E7D7306C6A36}"/>
                </a:ext>
              </a:extLst>
            </p:cNvPr>
            <p:cNvSpPr/>
            <p:nvPr/>
          </p:nvSpPr>
          <p:spPr>
            <a:xfrm>
              <a:off x="8899117" y="269487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69047A9-E0AF-67DA-EAE7-048EC9BFA4EA}"/>
                </a:ext>
              </a:extLst>
            </p:cNvPr>
            <p:cNvSpPr/>
            <p:nvPr/>
          </p:nvSpPr>
          <p:spPr>
            <a:xfrm>
              <a:off x="91211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74E3D257-E4E0-396B-D2D6-B579229063FA}"/>
                </a:ext>
              </a:extLst>
            </p:cNvPr>
            <p:cNvSpPr/>
            <p:nvPr/>
          </p:nvSpPr>
          <p:spPr>
            <a:xfrm>
              <a:off x="92735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06889399-76E5-DFC6-6CC8-D300F6B1FA16}"/>
                </a:ext>
              </a:extLst>
            </p:cNvPr>
            <p:cNvSpPr/>
            <p:nvPr/>
          </p:nvSpPr>
          <p:spPr>
            <a:xfrm>
              <a:off x="94259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415AC079-634F-8725-71F7-FFA2B228311B}"/>
                </a:ext>
              </a:extLst>
            </p:cNvPr>
            <p:cNvSpPr/>
            <p:nvPr/>
          </p:nvSpPr>
          <p:spPr>
            <a:xfrm>
              <a:off x="92735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9C1FE846-D08E-C719-58CD-CF29486C1593}"/>
                </a:ext>
              </a:extLst>
            </p:cNvPr>
            <p:cNvSpPr/>
            <p:nvPr/>
          </p:nvSpPr>
          <p:spPr>
            <a:xfrm>
              <a:off x="94259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Cube 199">
              <a:extLst>
                <a:ext uri="{FF2B5EF4-FFF2-40B4-BE49-F238E27FC236}">
                  <a16:creationId xmlns:a16="http://schemas.microsoft.com/office/drawing/2014/main" id="{2A24F13E-A86C-6266-F26C-62D5B8E39A79}"/>
                </a:ext>
              </a:extLst>
            </p:cNvPr>
            <p:cNvSpPr/>
            <p:nvPr/>
          </p:nvSpPr>
          <p:spPr>
            <a:xfrm>
              <a:off x="9371229" y="287433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B5D641F3-74E9-3332-DA44-831FAF172484}"/>
                </a:ext>
              </a:extLst>
            </p:cNvPr>
            <p:cNvSpPr/>
            <p:nvPr/>
          </p:nvSpPr>
          <p:spPr>
            <a:xfrm>
              <a:off x="89003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Cube 203">
              <a:extLst>
                <a:ext uri="{FF2B5EF4-FFF2-40B4-BE49-F238E27FC236}">
                  <a16:creationId xmlns:a16="http://schemas.microsoft.com/office/drawing/2014/main" id="{0587FDBB-E6D6-5BA4-E1EF-D82F19DF3BF6}"/>
                </a:ext>
              </a:extLst>
            </p:cNvPr>
            <p:cNvSpPr/>
            <p:nvPr/>
          </p:nvSpPr>
          <p:spPr>
            <a:xfrm>
              <a:off x="90527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59A88E46-E9AD-1A33-5EC0-F2A65D841976}"/>
                </a:ext>
              </a:extLst>
            </p:cNvPr>
            <p:cNvSpPr/>
            <p:nvPr/>
          </p:nvSpPr>
          <p:spPr>
            <a:xfrm>
              <a:off x="92051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B1B3DA64-4C8F-8CB7-0C97-ABB63D94033F}"/>
                </a:ext>
              </a:extLst>
            </p:cNvPr>
            <p:cNvSpPr/>
            <p:nvPr/>
          </p:nvSpPr>
          <p:spPr>
            <a:xfrm>
              <a:off x="90527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45B49BDD-555A-EDBF-0415-654E4F4C8F7F}"/>
                </a:ext>
              </a:extLst>
            </p:cNvPr>
            <p:cNvSpPr/>
            <p:nvPr/>
          </p:nvSpPr>
          <p:spPr>
            <a:xfrm>
              <a:off x="92051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921EF992-F435-1C7A-E403-4CC6443C4FFE}"/>
                </a:ext>
              </a:extLst>
            </p:cNvPr>
            <p:cNvSpPr/>
            <p:nvPr/>
          </p:nvSpPr>
          <p:spPr>
            <a:xfrm>
              <a:off x="93575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61B8F2FB-A1B4-275E-7909-A5B7374618F3}"/>
                </a:ext>
              </a:extLst>
            </p:cNvPr>
            <p:cNvSpPr/>
            <p:nvPr/>
          </p:nvSpPr>
          <p:spPr>
            <a:xfrm>
              <a:off x="90491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8127ACEF-A48D-5ECC-9561-89D1C9A08C23}"/>
                </a:ext>
              </a:extLst>
            </p:cNvPr>
            <p:cNvSpPr/>
            <p:nvPr/>
          </p:nvSpPr>
          <p:spPr>
            <a:xfrm>
              <a:off x="92015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45D013BA-DBB1-BF4F-2294-528AD051FA42}"/>
                </a:ext>
              </a:extLst>
            </p:cNvPr>
            <p:cNvSpPr/>
            <p:nvPr/>
          </p:nvSpPr>
          <p:spPr>
            <a:xfrm>
              <a:off x="93539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11160529-4889-9675-4E24-13AB4AD2E20E}"/>
                </a:ext>
              </a:extLst>
            </p:cNvPr>
            <p:cNvSpPr/>
            <p:nvPr/>
          </p:nvSpPr>
          <p:spPr>
            <a:xfrm>
              <a:off x="92015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4850E819-82D1-3886-3FC3-98AFA6DC30E5}"/>
                </a:ext>
              </a:extLst>
            </p:cNvPr>
            <p:cNvSpPr/>
            <p:nvPr/>
          </p:nvSpPr>
          <p:spPr>
            <a:xfrm>
              <a:off x="93539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1AE88CDB-2E7B-459E-C9F8-602D8A5738F2}"/>
                </a:ext>
              </a:extLst>
            </p:cNvPr>
            <p:cNvSpPr/>
            <p:nvPr/>
          </p:nvSpPr>
          <p:spPr>
            <a:xfrm>
              <a:off x="9299250" y="221279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7E16DE08-9C2B-E04C-6451-1C08CF326C4D}"/>
                </a:ext>
              </a:extLst>
            </p:cNvPr>
            <p:cNvSpPr/>
            <p:nvPr/>
          </p:nvSpPr>
          <p:spPr>
            <a:xfrm>
              <a:off x="89807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64CEB8AF-AD57-6078-8B74-23C9E91D9A5E}"/>
                </a:ext>
              </a:extLst>
            </p:cNvPr>
            <p:cNvSpPr/>
            <p:nvPr/>
          </p:nvSpPr>
          <p:spPr>
            <a:xfrm>
              <a:off x="91331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Cube 229">
              <a:extLst>
                <a:ext uri="{FF2B5EF4-FFF2-40B4-BE49-F238E27FC236}">
                  <a16:creationId xmlns:a16="http://schemas.microsoft.com/office/drawing/2014/main" id="{3078564E-8C41-674B-7BAD-C21C0350BFEA}"/>
                </a:ext>
              </a:extLst>
            </p:cNvPr>
            <p:cNvSpPr/>
            <p:nvPr/>
          </p:nvSpPr>
          <p:spPr>
            <a:xfrm>
              <a:off x="89807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Cube 231">
              <a:extLst>
                <a:ext uri="{FF2B5EF4-FFF2-40B4-BE49-F238E27FC236}">
                  <a16:creationId xmlns:a16="http://schemas.microsoft.com/office/drawing/2014/main" id="{EA01A01D-6E48-9FA0-8959-771D7E240962}"/>
                </a:ext>
              </a:extLst>
            </p:cNvPr>
            <p:cNvSpPr/>
            <p:nvPr/>
          </p:nvSpPr>
          <p:spPr>
            <a:xfrm>
              <a:off x="91331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Cube 233">
              <a:extLst>
                <a:ext uri="{FF2B5EF4-FFF2-40B4-BE49-F238E27FC236}">
                  <a16:creationId xmlns:a16="http://schemas.microsoft.com/office/drawing/2014/main" id="{AC96564F-180C-CF47-9ACF-045B970BA23C}"/>
                </a:ext>
              </a:extLst>
            </p:cNvPr>
            <p:cNvSpPr/>
            <p:nvPr/>
          </p:nvSpPr>
          <p:spPr>
            <a:xfrm>
              <a:off x="92855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E722AED-D083-B9CF-A87B-0EF175F4278B}"/>
              </a:ext>
            </a:extLst>
          </p:cNvPr>
          <p:cNvSpPr txBox="1"/>
          <p:nvPr/>
        </p:nvSpPr>
        <p:spPr>
          <a:xfrm>
            <a:off x="8693523" y="1268045"/>
            <a:ext cx="15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a0004100105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A92EE-4855-2B97-9DA0-8CA465427E83}"/>
              </a:ext>
            </a:extLst>
          </p:cNvPr>
          <p:cNvSpPr txBox="1"/>
          <p:nvPr/>
        </p:nvSpPr>
        <p:spPr>
          <a:xfrm>
            <a:off x="8693522" y="1674674"/>
            <a:ext cx="26602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{{ST#: Systane UPF}, </a:t>
            </a:r>
          </a:p>
          <a:p>
            <a:r>
              <a:rPr lang="en-US" dirty="0"/>
              <a:t>{OP#: 300651432060},</a:t>
            </a:r>
          </a:p>
          <a:p>
            <a:r>
              <a:rPr lang="en-US" dirty="0"/>
              <a:t>{TE#: H},</a:t>
            </a:r>
          </a:p>
          <a:p>
            <a:r>
              <a:rPr lang="en-US" dirty="0"/>
              <a:t>{TR#: 12.98},</a:t>
            </a:r>
          </a:p>
          <a:p>
            <a:r>
              <a:rPr lang="en-US" dirty="0"/>
              <a:t>{IS#: ITEMS SOLD},</a:t>
            </a:r>
          </a:p>
          <a:p>
            <a:r>
              <a:rPr lang="en-US" dirty="0"/>
              <a:t>{TC#:X},</a:t>
            </a:r>
          </a:p>
          <a:p>
            <a:r>
              <a:rPr lang="en-US" dirty="0"/>
              <a:t>{OI#:}}</a:t>
            </a:r>
          </a:p>
        </p:txBody>
      </p:sp>
    </p:spTree>
    <p:extLst>
      <p:ext uri="{BB962C8B-B14F-4D97-AF65-F5344CB8AC3E}">
        <p14:creationId xmlns:p14="http://schemas.microsoft.com/office/powerpoint/2010/main" val="340349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E1C3-CF2C-3EC1-7476-8EF413A7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90927-4564-521C-4AAA-B14CAD962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8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536CC-CD2D-0750-EBA6-89323DC8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8/11/2026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C1AF-3AF6-0013-AE7F-A7876AA90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4EC3-12FF-C9F3-D915-0F504421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README.md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61154-8B77-EB93-B92C-078B1EE9E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Generate a node and its net</a:t>
            </a:r>
          </a:p>
          <a:p>
            <a:r>
              <a:rPr lang="en-US" dirty="0"/>
              <a:t>2. An observer, without voting rights</a:t>
            </a:r>
          </a:p>
          <a:p>
            <a:r>
              <a:rPr lang="en-US" dirty="0"/>
              <a:t>3. A participant, with voting rights, agreed by node to join the net</a:t>
            </a:r>
          </a:p>
          <a:p>
            <a:r>
              <a:rPr lang="en-US" dirty="0"/>
              <a:t>4. The observer applies to join the net as a participant</a:t>
            </a:r>
          </a:p>
          <a:p>
            <a:r>
              <a:rPr lang="en-US" dirty="0"/>
              <a:t>5. If both nodes agree, the observer becomes a participant with voting rights</a:t>
            </a:r>
          </a:p>
          <a:p>
            <a:r>
              <a:rPr lang="en-US" dirty="0"/>
              <a:t>-- else, observer without voting rights </a:t>
            </a:r>
          </a:p>
        </p:txBody>
      </p:sp>
    </p:spTree>
    <p:extLst>
      <p:ext uri="{BB962C8B-B14F-4D97-AF65-F5344CB8AC3E}">
        <p14:creationId xmlns:p14="http://schemas.microsoft.com/office/powerpoint/2010/main" val="142311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C0E9-8AE4-61DA-CB83-FF961149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Blockchain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6289-EB47-A683-0335-88C82829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Discussions:</a:t>
            </a:r>
          </a:p>
          <a:p>
            <a:r>
              <a:rPr lang="en-US" dirty="0"/>
              <a:t>-1- If all members of blockchain are identically given rights, including voting and trading, the outliers are non-member </a:t>
            </a:r>
          </a:p>
          <a:p>
            <a:r>
              <a:rPr lang="en-US" dirty="0"/>
              <a:t>-2- Above mechanism is similar to RR-formation in space coin distribution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61770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B762-A259-9C9F-EC9B-927BE91F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099"/>
          </a:xfrm>
        </p:spPr>
        <p:txBody>
          <a:bodyPr/>
          <a:lstStyle/>
          <a:p>
            <a:pPr algn="ctr"/>
            <a:r>
              <a:rPr lang="en-US" dirty="0"/>
              <a:t>C-code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1A68-17EF-CEB1-6454-3D3FD9A7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31" y="1239140"/>
            <a:ext cx="6152972" cy="493782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Transaction ID: business department – [series code formation] * unknown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Merchandise Accounting Information – </a:t>
            </a:r>
            <a:r>
              <a:rPr lang="en-US" dirty="0" err="1"/>
              <a:t>json</a:t>
            </a:r>
            <a:r>
              <a:rPr lang="en-US" dirty="0"/>
              <a:t> file: {</a:t>
            </a:r>
            <a:r>
              <a:rPr lang="en-US" dirty="0" err="1"/>
              <a:t>InboundInfo</a:t>
            </a:r>
            <a:r>
              <a:rPr lang="en-US" dirty="0"/>
              <a:t>{};</a:t>
            </a:r>
          </a:p>
          <a:p>
            <a:pPr marL="0" indent="0">
              <a:buNone/>
            </a:pPr>
            <a:r>
              <a:rPr lang="en-US" dirty="0" err="1"/>
              <a:t>OutboundInfo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Customer Information – </a:t>
            </a:r>
            <a:r>
              <a:rPr lang="en-US" dirty="0" err="1"/>
              <a:t>json</a:t>
            </a:r>
            <a:r>
              <a:rPr lang="en-US" dirty="0"/>
              <a:t> file: {registration{</a:t>
            </a:r>
            <a:r>
              <a:rPr lang="en-US" dirty="0" err="1"/>
              <a:t>purchaseAmount</a:t>
            </a:r>
            <a:r>
              <a:rPr lang="en-US" dirty="0"/>
              <a:t>{},  items{}, quantities{}, </a:t>
            </a:r>
            <a:r>
              <a:rPr lang="en-US" dirty="0" err="1"/>
              <a:t>unitPrice</a:t>
            </a:r>
            <a:r>
              <a:rPr lang="en-US" dirty="0"/>
              <a:t>{}, </a:t>
            </a:r>
            <a:r>
              <a:rPr lang="en-US" dirty="0" err="1"/>
              <a:t>deductedAmounts</a:t>
            </a:r>
            <a:r>
              <a:rPr lang="en-US" dirty="0"/>
              <a:t>{},</a:t>
            </a:r>
            <a:r>
              <a:rPr lang="en-US" dirty="0" err="1"/>
              <a:t>paymentInfo</a:t>
            </a:r>
            <a:r>
              <a:rPr lang="en-US" dirty="0"/>
              <a:t> {}, </a:t>
            </a:r>
            <a:r>
              <a:rPr lang="en-US" dirty="0" err="1"/>
              <a:t>totalExpenses</a:t>
            </a:r>
            <a:r>
              <a:rPr lang="en-US" dirty="0"/>
              <a:t>, </a:t>
            </a:r>
            <a:r>
              <a:rPr lang="en-US" dirty="0" err="1"/>
              <a:t>accumulatedRewards</a:t>
            </a:r>
            <a:r>
              <a:rPr lang="en-US" dirty="0"/>
              <a:t>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PaymentInfo</a:t>
            </a:r>
            <a:r>
              <a:rPr lang="en-US" dirty="0"/>
              <a:t> – </a:t>
            </a:r>
            <a:r>
              <a:rPr lang="en-US" dirty="0" err="1"/>
              <a:t>json</a:t>
            </a:r>
            <a:r>
              <a:rPr lang="en-US" dirty="0"/>
              <a:t> file: {transaction currency{}, exchanging rates{}, timestamp, </a:t>
            </a:r>
            <a:r>
              <a:rPr lang="en-US" dirty="0" err="1"/>
              <a:t>paymentProtocol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6AEED3E-EDCD-5747-88D1-AAD5B48C877A}"/>
              </a:ext>
            </a:extLst>
          </p:cNvPr>
          <p:cNvGrpSpPr/>
          <p:nvPr/>
        </p:nvGrpSpPr>
        <p:grpSpPr>
          <a:xfrm>
            <a:off x="7639940" y="598206"/>
            <a:ext cx="2162086" cy="2119357"/>
            <a:chOff x="7563028" y="1444240"/>
            <a:chExt cx="2162086" cy="211935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012120D-620F-A952-8DEF-414E47C3F4CD}"/>
                </a:ext>
              </a:extLst>
            </p:cNvPr>
            <p:cNvSpPr/>
            <p:nvPr/>
          </p:nvSpPr>
          <p:spPr>
            <a:xfrm>
              <a:off x="7563028" y="1444240"/>
              <a:ext cx="2162086" cy="211935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7ACBE2-0CA1-0468-7C83-A26A9E12801B}"/>
                </a:ext>
              </a:extLst>
            </p:cNvPr>
            <p:cNvSpPr txBox="1"/>
            <p:nvPr/>
          </p:nvSpPr>
          <p:spPr>
            <a:xfrm rot="16200000">
              <a:off x="8511421" y="2230356"/>
              <a:ext cx="461665" cy="47856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A2A814C8-D711-EBC2-5DAE-0995BE8DBED6}"/>
                </a:ext>
              </a:extLst>
            </p:cNvPr>
            <p:cNvSpPr/>
            <p:nvPr/>
          </p:nvSpPr>
          <p:spPr>
            <a:xfrm>
              <a:off x="79134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F873460A-4260-CF84-274B-840CE4F4B14C}"/>
                </a:ext>
              </a:extLst>
            </p:cNvPr>
            <p:cNvSpPr/>
            <p:nvPr/>
          </p:nvSpPr>
          <p:spPr>
            <a:xfrm>
              <a:off x="80658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6B161E87-58CC-16E6-CB68-5A9B37BFF2CB}"/>
                </a:ext>
              </a:extLst>
            </p:cNvPr>
            <p:cNvSpPr/>
            <p:nvPr/>
          </p:nvSpPr>
          <p:spPr>
            <a:xfrm>
              <a:off x="82182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3A58B29A-EA19-BF5E-3A04-6F2FD3798CF0}"/>
                </a:ext>
              </a:extLst>
            </p:cNvPr>
            <p:cNvSpPr/>
            <p:nvPr/>
          </p:nvSpPr>
          <p:spPr>
            <a:xfrm>
              <a:off x="80658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BD6EBBC2-2233-11DA-59F4-C7A769C51ED7}"/>
                </a:ext>
              </a:extLst>
            </p:cNvPr>
            <p:cNvSpPr/>
            <p:nvPr/>
          </p:nvSpPr>
          <p:spPr>
            <a:xfrm>
              <a:off x="82182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567F3F2-284F-7A63-6D6D-D9C9796DD343}"/>
                </a:ext>
              </a:extLst>
            </p:cNvPr>
            <p:cNvSpPr/>
            <p:nvPr/>
          </p:nvSpPr>
          <p:spPr>
            <a:xfrm>
              <a:off x="83706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C01A7394-4977-1D65-2B5B-EB4B54596729}"/>
                </a:ext>
              </a:extLst>
            </p:cNvPr>
            <p:cNvSpPr/>
            <p:nvPr/>
          </p:nvSpPr>
          <p:spPr>
            <a:xfrm>
              <a:off x="76926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7C01C76-8D88-F27E-94B8-B211EFCE4FFD}"/>
                </a:ext>
              </a:extLst>
            </p:cNvPr>
            <p:cNvSpPr/>
            <p:nvPr/>
          </p:nvSpPr>
          <p:spPr>
            <a:xfrm>
              <a:off x="78450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C733C517-663A-E09A-67E6-20F839614526}"/>
                </a:ext>
              </a:extLst>
            </p:cNvPr>
            <p:cNvSpPr/>
            <p:nvPr/>
          </p:nvSpPr>
          <p:spPr>
            <a:xfrm>
              <a:off x="79974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055E9AED-5B9A-2AFB-57BC-859B94DB9175}"/>
                </a:ext>
              </a:extLst>
            </p:cNvPr>
            <p:cNvSpPr/>
            <p:nvPr/>
          </p:nvSpPr>
          <p:spPr>
            <a:xfrm>
              <a:off x="78450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32A8FFDE-83A4-7674-12B6-4B47CF9AA30C}"/>
                </a:ext>
              </a:extLst>
            </p:cNvPr>
            <p:cNvSpPr/>
            <p:nvPr/>
          </p:nvSpPr>
          <p:spPr>
            <a:xfrm>
              <a:off x="79974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7742CACA-CA13-6FAB-EFB5-36B819644B31}"/>
                </a:ext>
              </a:extLst>
            </p:cNvPr>
            <p:cNvSpPr/>
            <p:nvPr/>
          </p:nvSpPr>
          <p:spPr>
            <a:xfrm>
              <a:off x="81498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EA48AF20-F1FA-3B10-D53A-2E1EAE48F188}"/>
                </a:ext>
              </a:extLst>
            </p:cNvPr>
            <p:cNvSpPr/>
            <p:nvPr/>
          </p:nvSpPr>
          <p:spPr>
            <a:xfrm>
              <a:off x="79801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729D9D71-ACF1-5686-37B3-1E1DED5A3CFC}"/>
                </a:ext>
              </a:extLst>
            </p:cNvPr>
            <p:cNvSpPr/>
            <p:nvPr/>
          </p:nvSpPr>
          <p:spPr>
            <a:xfrm>
              <a:off x="81325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9F96524C-EEAD-EB24-716C-3F4D3677E15F}"/>
                </a:ext>
              </a:extLst>
            </p:cNvPr>
            <p:cNvSpPr/>
            <p:nvPr/>
          </p:nvSpPr>
          <p:spPr>
            <a:xfrm>
              <a:off x="82849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FE5F027A-2C48-8F01-87C9-43BEEDB7C68A}"/>
                </a:ext>
              </a:extLst>
            </p:cNvPr>
            <p:cNvSpPr/>
            <p:nvPr/>
          </p:nvSpPr>
          <p:spPr>
            <a:xfrm>
              <a:off x="81325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F448E02A-CE9F-2853-B733-EFD0D902D3A4}"/>
                </a:ext>
              </a:extLst>
            </p:cNvPr>
            <p:cNvSpPr/>
            <p:nvPr/>
          </p:nvSpPr>
          <p:spPr>
            <a:xfrm>
              <a:off x="82849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22EB0F5E-C634-DDFE-C6B2-5548A373DA84}"/>
                </a:ext>
              </a:extLst>
            </p:cNvPr>
            <p:cNvSpPr/>
            <p:nvPr/>
          </p:nvSpPr>
          <p:spPr>
            <a:xfrm>
              <a:off x="84373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D2752AE5-69F1-3D05-BD21-80D555A1F907}"/>
                </a:ext>
              </a:extLst>
            </p:cNvPr>
            <p:cNvSpPr/>
            <p:nvPr/>
          </p:nvSpPr>
          <p:spPr>
            <a:xfrm>
              <a:off x="77593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6218F327-F302-6FB2-1E9A-4B84F574A69B}"/>
                </a:ext>
              </a:extLst>
            </p:cNvPr>
            <p:cNvSpPr/>
            <p:nvPr/>
          </p:nvSpPr>
          <p:spPr>
            <a:xfrm>
              <a:off x="79117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FA7CB752-FD37-E337-A133-CB1ACEC34B4D}"/>
                </a:ext>
              </a:extLst>
            </p:cNvPr>
            <p:cNvSpPr/>
            <p:nvPr/>
          </p:nvSpPr>
          <p:spPr>
            <a:xfrm>
              <a:off x="8064193" y="28514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D4EDAB6D-1A88-9B23-9FBD-C9122FE9AE34}"/>
                </a:ext>
              </a:extLst>
            </p:cNvPr>
            <p:cNvSpPr/>
            <p:nvPr/>
          </p:nvSpPr>
          <p:spPr>
            <a:xfrm>
              <a:off x="7911793" y="30038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A9F1C6CB-6FD5-D6E4-34CE-F42BAD93BE37}"/>
                </a:ext>
              </a:extLst>
            </p:cNvPr>
            <p:cNvSpPr/>
            <p:nvPr/>
          </p:nvSpPr>
          <p:spPr>
            <a:xfrm>
              <a:off x="80641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B2467425-3367-0195-7B68-2E6EB676E737}"/>
                </a:ext>
              </a:extLst>
            </p:cNvPr>
            <p:cNvSpPr/>
            <p:nvPr/>
          </p:nvSpPr>
          <p:spPr>
            <a:xfrm>
              <a:off x="82165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0C24710E-2077-F79E-46D4-50AE257A8738}"/>
                </a:ext>
              </a:extLst>
            </p:cNvPr>
            <p:cNvSpPr/>
            <p:nvPr/>
          </p:nvSpPr>
          <p:spPr>
            <a:xfrm>
              <a:off x="84385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8CC1857A-844B-2623-E17C-CA35079FF514}"/>
                </a:ext>
              </a:extLst>
            </p:cNvPr>
            <p:cNvSpPr/>
            <p:nvPr/>
          </p:nvSpPr>
          <p:spPr>
            <a:xfrm>
              <a:off x="85909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F81D6C5-A95A-0033-A395-363BEE3615D3}"/>
                </a:ext>
              </a:extLst>
            </p:cNvPr>
            <p:cNvSpPr/>
            <p:nvPr/>
          </p:nvSpPr>
          <p:spPr>
            <a:xfrm>
              <a:off x="87433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9E88BC99-CE13-7FFC-FD99-7F91B65F443E}"/>
                </a:ext>
              </a:extLst>
            </p:cNvPr>
            <p:cNvSpPr/>
            <p:nvPr/>
          </p:nvSpPr>
          <p:spPr>
            <a:xfrm>
              <a:off x="85909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61198496-4364-9EE1-B944-41DE2ECD97A6}"/>
                </a:ext>
              </a:extLst>
            </p:cNvPr>
            <p:cNvSpPr/>
            <p:nvPr/>
          </p:nvSpPr>
          <p:spPr>
            <a:xfrm>
              <a:off x="87433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13DED61A-9DC1-D483-B692-41067561BD6B}"/>
                </a:ext>
              </a:extLst>
            </p:cNvPr>
            <p:cNvSpPr/>
            <p:nvPr/>
          </p:nvSpPr>
          <p:spPr>
            <a:xfrm>
              <a:off x="8895795" y="302948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B48FD7B0-DFA3-5122-B2CC-38099D2B671D}"/>
                </a:ext>
              </a:extLst>
            </p:cNvPr>
            <p:cNvSpPr/>
            <p:nvPr/>
          </p:nvSpPr>
          <p:spPr>
            <a:xfrm>
              <a:off x="82178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227A0A28-4825-4B11-32FF-C454A73A5EB1}"/>
                </a:ext>
              </a:extLst>
            </p:cNvPr>
            <p:cNvSpPr/>
            <p:nvPr/>
          </p:nvSpPr>
          <p:spPr>
            <a:xfrm>
              <a:off x="83702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EAA759B5-0C93-ADD0-426A-3BF6C08570CD}"/>
                </a:ext>
              </a:extLst>
            </p:cNvPr>
            <p:cNvSpPr/>
            <p:nvPr/>
          </p:nvSpPr>
          <p:spPr>
            <a:xfrm>
              <a:off x="85226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5DADDF74-4ABA-C2D8-DBA2-98D9E82AD969}"/>
                </a:ext>
              </a:extLst>
            </p:cNvPr>
            <p:cNvSpPr/>
            <p:nvPr/>
          </p:nvSpPr>
          <p:spPr>
            <a:xfrm>
              <a:off x="83702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49E5612F-3803-3886-307E-EDDEE27635E5}"/>
                </a:ext>
              </a:extLst>
            </p:cNvPr>
            <p:cNvSpPr/>
            <p:nvPr/>
          </p:nvSpPr>
          <p:spPr>
            <a:xfrm>
              <a:off x="85226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52B47423-53B2-2627-43BF-4F1C02D37170}"/>
                </a:ext>
              </a:extLst>
            </p:cNvPr>
            <p:cNvSpPr/>
            <p:nvPr/>
          </p:nvSpPr>
          <p:spPr>
            <a:xfrm>
              <a:off x="86750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3BBEB153-A1C3-7C46-683D-09C92E883DA9}"/>
                </a:ext>
              </a:extLst>
            </p:cNvPr>
            <p:cNvSpPr/>
            <p:nvPr/>
          </p:nvSpPr>
          <p:spPr>
            <a:xfrm>
              <a:off x="85959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428BBECE-B08B-3383-7E19-551B77950BD0}"/>
                </a:ext>
              </a:extLst>
            </p:cNvPr>
            <p:cNvSpPr/>
            <p:nvPr/>
          </p:nvSpPr>
          <p:spPr>
            <a:xfrm>
              <a:off x="87483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3355C3F2-89BD-80E3-0CA2-84EF390EF06B}"/>
                </a:ext>
              </a:extLst>
            </p:cNvPr>
            <p:cNvSpPr/>
            <p:nvPr/>
          </p:nvSpPr>
          <p:spPr>
            <a:xfrm>
              <a:off x="8900730" y="15369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B70DFE00-C2A7-74BB-576C-F28B8623615D}"/>
                </a:ext>
              </a:extLst>
            </p:cNvPr>
            <p:cNvSpPr/>
            <p:nvPr/>
          </p:nvSpPr>
          <p:spPr>
            <a:xfrm>
              <a:off x="8748330" y="16893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AE89EA0-5EAC-9A66-E732-BC085ABD1D5F}"/>
                </a:ext>
              </a:extLst>
            </p:cNvPr>
            <p:cNvSpPr/>
            <p:nvPr/>
          </p:nvSpPr>
          <p:spPr>
            <a:xfrm>
              <a:off x="89007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5AB867C-44A0-BD5B-6A16-897A68483617}"/>
                </a:ext>
              </a:extLst>
            </p:cNvPr>
            <p:cNvSpPr/>
            <p:nvPr/>
          </p:nvSpPr>
          <p:spPr>
            <a:xfrm>
              <a:off x="90531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E2343BD3-C0E8-40EE-EED6-14A40A91E39F}"/>
                </a:ext>
              </a:extLst>
            </p:cNvPr>
            <p:cNvSpPr/>
            <p:nvPr/>
          </p:nvSpPr>
          <p:spPr>
            <a:xfrm>
              <a:off x="83751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ACC5DD1A-BB45-3943-73C3-DA12B6216DAE}"/>
                </a:ext>
              </a:extLst>
            </p:cNvPr>
            <p:cNvSpPr/>
            <p:nvPr/>
          </p:nvSpPr>
          <p:spPr>
            <a:xfrm>
              <a:off x="85275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74B45ED6-5E0F-6B0B-1C29-7DF655F01378}"/>
                </a:ext>
              </a:extLst>
            </p:cNvPr>
            <p:cNvSpPr/>
            <p:nvPr/>
          </p:nvSpPr>
          <p:spPr>
            <a:xfrm>
              <a:off x="86799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3CB920BE-E496-F48D-41FA-B6F5BB140B61}"/>
                </a:ext>
              </a:extLst>
            </p:cNvPr>
            <p:cNvSpPr/>
            <p:nvPr/>
          </p:nvSpPr>
          <p:spPr>
            <a:xfrm>
              <a:off x="85275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38566556-7924-40AF-1859-F3FAA83F4BA0}"/>
                </a:ext>
              </a:extLst>
            </p:cNvPr>
            <p:cNvSpPr/>
            <p:nvPr/>
          </p:nvSpPr>
          <p:spPr>
            <a:xfrm>
              <a:off x="86799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60F03787-95C0-942D-D56B-2DFC925BD85A}"/>
                </a:ext>
              </a:extLst>
            </p:cNvPr>
            <p:cNvSpPr/>
            <p:nvPr/>
          </p:nvSpPr>
          <p:spPr>
            <a:xfrm>
              <a:off x="88323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5948C852-5906-C025-18A6-9D1810CDFCA3}"/>
                </a:ext>
              </a:extLst>
            </p:cNvPr>
            <p:cNvSpPr/>
            <p:nvPr/>
          </p:nvSpPr>
          <p:spPr>
            <a:xfrm>
              <a:off x="7995827" y="1646489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BCA7AD0B-FEBB-89B9-7961-C21DE20F45C4}"/>
                </a:ext>
              </a:extLst>
            </p:cNvPr>
            <p:cNvSpPr/>
            <p:nvPr/>
          </p:nvSpPr>
          <p:spPr>
            <a:xfrm>
              <a:off x="8815083" y="22277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041E8E8A-6F38-5EC3-B13C-201918BA8B56}"/>
                </a:ext>
              </a:extLst>
            </p:cNvPr>
            <p:cNvSpPr/>
            <p:nvPr/>
          </p:nvSpPr>
          <p:spPr>
            <a:xfrm>
              <a:off x="8967483" y="22277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1CABE792-3455-E4FA-768F-3F413920D988}"/>
                </a:ext>
              </a:extLst>
            </p:cNvPr>
            <p:cNvSpPr/>
            <p:nvPr/>
          </p:nvSpPr>
          <p:spPr>
            <a:xfrm>
              <a:off x="8815083" y="23801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A6A6B9A6-F8AF-A067-45D9-E7C2853DCF82}"/>
                </a:ext>
              </a:extLst>
            </p:cNvPr>
            <p:cNvSpPr/>
            <p:nvPr/>
          </p:nvSpPr>
          <p:spPr>
            <a:xfrm>
              <a:off x="89674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A3BA832B-0D8F-84A5-584E-417544FF90F3}"/>
                </a:ext>
              </a:extLst>
            </p:cNvPr>
            <p:cNvSpPr/>
            <p:nvPr/>
          </p:nvSpPr>
          <p:spPr>
            <a:xfrm>
              <a:off x="91198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A1922136-D000-4CC0-9E98-A872A8C69A24}"/>
                </a:ext>
              </a:extLst>
            </p:cNvPr>
            <p:cNvSpPr/>
            <p:nvPr/>
          </p:nvSpPr>
          <p:spPr>
            <a:xfrm>
              <a:off x="8245226" y="28356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6B461ED1-62E3-9FBE-1DE1-1DD8E93EE502}"/>
                </a:ext>
              </a:extLst>
            </p:cNvPr>
            <p:cNvSpPr/>
            <p:nvPr/>
          </p:nvSpPr>
          <p:spPr>
            <a:xfrm>
              <a:off x="7817982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44837F36-C66B-CF83-D9AE-C551174AB35E}"/>
                </a:ext>
              </a:extLst>
            </p:cNvPr>
            <p:cNvSpPr/>
            <p:nvPr/>
          </p:nvSpPr>
          <p:spPr>
            <a:xfrm>
              <a:off x="8412246" y="3027349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9D03599F-62DF-C43F-8F54-C011E7818826}"/>
                </a:ext>
              </a:extLst>
            </p:cNvPr>
            <p:cNvSpPr/>
            <p:nvPr/>
          </p:nvSpPr>
          <p:spPr>
            <a:xfrm>
              <a:off x="85943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49812490-F07B-9C34-B439-4F3B981D118A}"/>
                </a:ext>
              </a:extLst>
            </p:cNvPr>
            <p:cNvSpPr/>
            <p:nvPr/>
          </p:nvSpPr>
          <p:spPr>
            <a:xfrm>
              <a:off x="87467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F73C7E5C-DE22-6865-B2C2-223A8E8069E8}"/>
                </a:ext>
              </a:extLst>
            </p:cNvPr>
            <p:cNvSpPr/>
            <p:nvPr/>
          </p:nvSpPr>
          <p:spPr>
            <a:xfrm>
              <a:off x="8899117" y="269487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7BCEBBCB-2E4B-4398-2BC9-712EB3FDBF2D}"/>
                </a:ext>
              </a:extLst>
            </p:cNvPr>
            <p:cNvSpPr/>
            <p:nvPr/>
          </p:nvSpPr>
          <p:spPr>
            <a:xfrm>
              <a:off x="91211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ABE726FB-DCBD-0354-193D-9E1DED05D4C5}"/>
                </a:ext>
              </a:extLst>
            </p:cNvPr>
            <p:cNvSpPr/>
            <p:nvPr/>
          </p:nvSpPr>
          <p:spPr>
            <a:xfrm>
              <a:off x="92735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F9A3EDA4-2B3E-336C-DADC-DA009975BD7D}"/>
                </a:ext>
              </a:extLst>
            </p:cNvPr>
            <p:cNvSpPr/>
            <p:nvPr/>
          </p:nvSpPr>
          <p:spPr>
            <a:xfrm>
              <a:off x="94259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32204785-1C17-BAFC-2F7F-8E21E2CF22A7}"/>
                </a:ext>
              </a:extLst>
            </p:cNvPr>
            <p:cNvSpPr/>
            <p:nvPr/>
          </p:nvSpPr>
          <p:spPr>
            <a:xfrm>
              <a:off x="92735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FB6E1AE9-9CC1-8A01-2D69-505B443FBF3D}"/>
                </a:ext>
              </a:extLst>
            </p:cNvPr>
            <p:cNvSpPr/>
            <p:nvPr/>
          </p:nvSpPr>
          <p:spPr>
            <a:xfrm>
              <a:off x="94259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Cube 199">
              <a:extLst>
                <a:ext uri="{FF2B5EF4-FFF2-40B4-BE49-F238E27FC236}">
                  <a16:creationId xmlns:a16="http://schemas.microsoft.com/office/drawing/2014/main" id="{FE20619B-9037-BE1B-08F7-B26B552FC772}"/>
                </a:ext>
              </a:extLst>
            </p:cNvPr>
            <p:cNvSpPr/>
            <p:nvPr/>
          </p:nvSpPr>
          <p:spPr>
            <a:xfrm>
              <a:off x="9371229" y="287433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F9DC618E-9DAE-F66E-DC8E-B48748F20CBC}"/>
                </a:ext>
              </a:extLst>
            </p:cNvPr>
            <p:cNvSpPr/>
            <p:nvPr/>
          </p:nvSpPr>
          <p:spPr>
            <a:xfrm>
              <a:off x="89003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Cube 203">
              <a:extLst>
                <a:ext uri="{FF2B5EF4-FFF2-40B4-BE49-F238E27FC236}">
                  <a16:creationId xmlns:a16="http://schemas.microsoft.com/office/drawing/2014/main" id="{67578DAC-266A-D6D5-2DB2-DADDE94E5643}"/>
                </a:ext>
              </a:extLst>
            </p:cNvPr>
            <p:cNvSpPr/>
            <p:nvPr/>
          </p:nvSpPr>
          <p:spPr>
            <a:xfrm>
              <a:off x="90527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B47B707E-0B65-3823-6B89-28D66EE8095B}"/>
                </a:ext>
              </a:extLst>
            </p:cNvPr>
            <p:cNvSpPr/>
            <p:nvPr/>
          </p:nvSpPr>
          <p:spPr>
            <a:xfrm>
              <a:off x="92051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873E7EBB-B622-3BD7-F033-D4AC224147F3}"/>
                </a:ext>
              </a:extLst>
            </p:cNvPr>
            <p:cNvSpPr/>
            <p:nvPr/>
          </p:nvSpPr>
          <p:spPr>
            <a:xfrm>
              <a:off x="90527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32053781-9C01-4F1F-8218-9453AD7FD329}"/>
                </a:ext>
              </a:extLst>
            </p:cNvPr>
            <p:cNvSpPr/>
            <p:nvPr/>
          </p:nvSpPr>
          <p:spPr>
            <a:xfrm>
              <a:off x="92051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7B1F213F-CC2C-146B-E5F5-3DDBC9CE11A4}"/>
                </a:ext>
              </a:extLst>
            </p:cNvPr>
            <p:cNvSpPr/>
            <p:nvPr/>
          </p:nvSpPr>
          <p:spPr>
            <a:xfrm>
              <a:off x="93575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A2CACAEC-5EE1-9ECD-5C1F-3266A54A6C3B}"/>
                </a:ext>
              </a:extLst>
            </p:cNvPr>
            <p:cNvSpPr/>
            <p:nvPr/>
          </p:nvSpPr>
          <p:spPr>
            <a:xfrm>
              <a:off x="90491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BB94823-6CF1-5B06-5DBE-7CCD376F1AD6}"/>
                </a:ext>
              </a:extLst>
            </p:cNvPr>
            <p:cNvSpPr/>
            <p:nvPr/>
          </p:nvSpPr>
          <p:spPr>
            <a:xfrm>
              <a:off x="92015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C283961B-D664-FAC9-AAD2-246B5B1AA255}"/>
                </a:ext>
              </a:extLst>
            </p:cNvPr>
            <p:cNvSpPr/>
            <p:nvPr/>
          </p:nvSpPr>
          <p:spPr>
            <a:xfrm>
              <a:off x="93539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12B3C427-2A8D-2DB7-A9FF-2F129180CAF6}"/>
                </a:ext>
              </a:extLst>
            </p:cNvPr>
            <p:cNvSpPr/>
            <p:nvPr/>
          </p:nvSpPr>
          <p:spPr>
            <a:xfrm>
              <a:off x="92015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4A83337C-74E3-5F8B-22E9-F1AE43C6F315}"/>
                </a:ext>
              </a:extLst>
            </p:cNvPr>
            <p:cNvSpPr/>
            <p:nvPr/>
          </p:nvSpPr>
          <p:spPr>
            <a:xfrm>
              <a:off x="93539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811F9005-4B8D-14EA-EA6A-7EA8652A94F4}"/>
                </a:ext>
              </a:extLst>
            </p:cNvPr>
            <p:cNvSpPr/>
            <p:nvPr/>
          </p:nvSpPr>
          <p:spPr>
            <a:xfrm>
              <a:off x="9299250" y="221279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4850A93B-187F-EF0C-FA0E-125A6EDB2546}"/>
                </a:ext>
              </a:extLst>
            </p:cNvPr>
            <p:cNvSpPr/>
            <p:nvPr/>
          </p:nvSpPr>
          <p:spPr>
            <a:xfrm>
              <a:off x="89807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88CA8DB-588C-0B4E-165C-2FE033CEBC11}"/>
                </a:ext>
              </a:extLst>
            </p:cNvPr>
            <p:cNvSpPr/>
            <p:nvPr/>
          </p:nvSpPr>
          <p:spPr>
            <a:xfrm>
              <a:off x="91331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Cube 229">
              <a:extLst>
                <a:ext uri="{FF2B5EF4-FFF2-40B4-BE49-F238E27FC236}">
                  <a16:creationId xmlns:a16="http://schemas.microsoft.com/office/drawing/2014/main" id="{B2622DD7-5659-6662-E567-FF8DCD3980F2}"/>
                </a:ext>
              </a:extLst>
            </p:cNvPr>
            <p:cNvSpPr/>
            <p:nvPr/>
          </p:nvSpPr>
          <p:spPr>
            <a:xfrm>
              <a:off x="89807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Cube 231">
              <a:extLst>
                <a:ext uri="{FF2B5EF4-FFF2-40B4-BE49-F238E27FC236}">
                  <a16:creationId xmlns:a16="http://schemas.microsoft.com/office/drawing/2014/main" id="{AF90DE81-A167-FA91-9847-15DE45FF2A14}"/>
                </a:ext>
              </a:extLst>
            </p:cNvPr>
            <p:cNvSpPr/>
            <p:nvPr/>
          </p:nvSpPr>
          <p:spPr>
            <a:xfrm>
              <a:off x="91331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Cube 233">
              <a:extLst>
                <a:ext uri="{FF2B5EF4-FFF2-40B4-BE49-F238E27FC236}">
                  <a16:creationId xmlns:a16="http://schemas.microsoft.com/office/drawing/2014/main" id="{7BB55449-4394-3A5B-B3D7-40C1EA001E1A}"/>
                </a:ext>
              </a:extLst>
            </p:cNvPr>
            <p:cNvSpPr/>
            <p:nvPr/>
          </p:nvSpPr>
          <p:spPr>
            <a:xfrm>
              <a:off x="92855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6212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916A-3991-E712-8304-6380A0DB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 Generate a node and its net</a:t>
            </a:r>
          </a:p>
        </p:txBody>
      </p:sp>
    </p:spTree>
    <p:extLst>
      <p:ext uri="{BB962C8B-B14F-4D97-AF65-F5344CB8AC3E}">
        <p14:creationId xmlns:p14="http://schemas.microsoft.com/office/powerpoint/2010/main" val="364167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D8BE-BB41-A98B-D9FA-37E88A07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77" y="1830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Virtual coin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2D9E-3951-8437-F953-934AC62369FC}"/>
              </a:ext>
            </a:extLst>
          </p:cNvPr>
          <p:cNvSpPr/>
          <p:nvPr/>
        </p:nvSpPr>
        <p:spPr>
          <a:xfrm>
            <a:off x="219638" y="1946182"/>
            <a:ext cx="2286000" cy="6454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coin codes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184568F-842F-0EA8-2AC8-6342A8D84145}"/>
              </a:ext>
            </a:extLst>
          </p:cNvPr>
          <p:cNvSpPr/>
          <p:nvPr/>
        </p:nvSpPr>
        <p:spPr>
          <a:xfrm>
            <a:off x="2770097" y="1963271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86480185-1027-B07C-1DCF-55F59854D081}"/>
              </a:ext>
            </a:extLst>
          </p:cNvPr>
          <p:cNvSpPr/>
          <p:nvPr/>
        </p:nvSpPr>
        <p:spPr>
          <a:xfrm>
            <a:off x="3541062" y="1690688"/>
            <a:ext cx="1936376" cy="254149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E7D1A-95C0-3CF7-D94E-FE4AFC2BD98B}"/>
              </a:ext>
            </a:extLst>
          </p:cNvPr>
          <p:cNvSpPr txBox="1"/>
          <p:nvPr/>
        </p:nvSpPr>
        <p:spPr>
          <a:xfrm>
            <a:off x="3366250" y="4450977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Security Search</a:t>
            </a:r>
          </a:p>
          <a:p>
            <a:r>
              <a:rPr lang="en-US" dirty="0"/>
              <a:t>- submission table</a:t>
            </a:r>
          </a:p>
          <a:p>
            <a:r>
              <a:rPr lang="en-US" dirty="0"/>
              <a:t>- search logs</a:t>
            </a:r>
          </a:p>
          <a:p>
            <a:r>
              <a:rPr lang="en-US" dirty="0"/>
              <a:t>- Prevent over search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87AD879-D12E-A4A3-1128-F66A45308F53}"/>
              </a:ext>
            </a:extLst>
          </p:cNvPr>
          <p:cNvSpPr/>
          <p:nvPr/>
        </p:nvSpPr>
        <p:spPr>
          <a:xfrm>
            <a:off x="5652250" y="1946182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AB31236-A877-BDDF-10E1-8D542FCE2EB0}"/>
              </a:ext>
            </a:extLst>
          </p:cNvPr>
          <p:cNvSpPr/>
          <p:nvPr/>
        </p:nvSpPr>
        <p:spPr>
          <a:xfrm>
            <a:off x="5652250" y="1690687"/>
            <a:ext cx="6320112" cy="475045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Virtual Coin Information</a:t>
            </a:r>
          </a:p>
          <a:p>
            <a:pPr algn="ctr"/>
            <a:endParaRPr lang="en-US" b="1" u="sng" dirty="0"/>
          </a:p>
          <a:p>
            <a:pPr marL="285750" indent="-285750">
              <a:buFontTx/>
              <a:buChar char="-"/>
            </a:pPr>
            <a:r>
              <a:rPr lang="en-US" b="1" dirty="0"/>
              <a:t>Node state </a:t>
            </a:r>
            <a:r>
              <a:rPr lang="en-US" dirty="0"/>
              <a:t>(live, hibernate, busy, suspension, deprecated)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 network </a:t>
            </a:r>
            <a:r>
              <a:rPr lang="en-US" dirty="0"/>
              <a:t>(correspondences, expansion, updates, operations,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Piled applications </a:t>
            </a:r>
            <a:r>
              <a:rPr lang="en-US" dirty="0"/>
              <a:t>(required voting up to date, network modifications,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Voting reports </a:t>
            </a:r>
            <a:r>
              <a:rPr lang="en-US" dirty="0"/>
              <a:t>(listed votes, update current members, update network,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Rewards updates </a:t>
            </a:r>
            <a:r>
              <a:rPr lang="en-US" dirty="0"/>
              <a:t>(obtaining gains, reviewing costs/loss,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</a:t>
            </a:r>
            <a:r>
              <a:rPr lang="en-US" dirty="0"/>
              <a:t> </a:t>
            </a:r>
            <a:r>
              <a:rPr lang="en-US" b="1" dirty="0"/>
              <a:t>activities</a:t>
            </a:r>
            <a:r>
              <a:rPr lang="en-US" dirty="0"/>
              <a:t> (generations, protocol updates, etc.)</a:t>
            </a:r>
          </a:p>
        </p:txBody>
      </p:sp>
    </p:spTree>
    <p:extLst>
      <p:ext uri="{BB962C8B-B14F-4D97-AF65-F5344CB8AC3E}">
        <p14:creationId xmlns:p14="http://schemas.microsoft.com/office/powerpoint/2010/main" val="411471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A16F-E5EA-6618-CBE6-D38098B9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C289F-9353-1BD2-41E4-75D2E66CD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87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B9A9-5EEE-BE70-3754-E909B875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QR-Code</a:t>
            </a:r>
            <a:endParaRPr lang="en-US" dirty="0"/>
          </a:p>
        </p:txBody>
      </p:sp>
      <p:pic>
        <p:nvPicPr>
          <p:cNvPr id="4" name="Content Placeholder 3" descr="QR Code Generator - Apps on Google Play">
            <a:extLst>
              <a:ext uri="{FF2B5EF4-FFF2-40B4-BE49-F238E27FC236}">
                <a16:creationId xmlns:a16="http://schemas.microsoft.com/office/drawing/2014/main" id="{18FF6665-F053-23B9-B742-642D80E80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9870"/>
            <a:ext cx="2671530" cy="267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6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406</Words>
  <Application>Microsoft Office PowerPoint</Application>
  <PresentationFormat>Widescreen</PresentationFormat>
  <Paragraphs>58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Using - test</vt:lpstr>
      <vt:lpstr>8/12/2026</vt:lpstr>
      <vt:lpstr>C-code</vt:lpstr>
      <vt:lpstr>PowerPoint Presentation</vt:lpstr>
      <vt:lpstr>8/11/2026</vt:lpstr>
      <vt:lpstr>README.md</vt:lpstr>
      <vt:lpstr>Blockchain Review</vt:lpstr>
      <vt:lpstr>C-code</vt:lpstr>
      <vt:lpstr>1. Generate a node and its net</vt:lpstr>
      <vt:lpstr>Virtual coin definition</vt:lpstr>
      <vt:lpstr>PowerPoint Presentation</vt:lpstr>
      <vt:lpstr>QR-Code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 Wu</dc:creator>
  <cp:lastModifiedBy>Qing Wu</cp:lastModifiedBy>
  <cp:revision>28</cp:revision>
  <dcterms:created xsi:type="dcterms:W3CDTF">2026-08-11T16:58:38Z</dcterms:created>
  <dcterms:modified xsi:type="dcterms:W3CDTF">2026-08-13T02:51:01Z</dcterms:modified>
</cp:coreProperties>
</file>